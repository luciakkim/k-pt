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68" r:id="rId5"/>
    <p:sldId id="259" r:id="rId6"/>
    <p:sldId id="260" r:id="rId7"/>
    <p:sldId id="261" r:id="rId8"/>
    <p:sldId id="262" r:id="rId9"/>
    <p:sldId id="263" r:id="rId10"/>
    <p:sldId id="264" r:id="rId11"/>
    <p:sldId id="265" r:id="rId12"/>
    <p:sldId id="266" r:id="rId13"/>
    <p:sldId id="267" r:id="rId14"/>
  </p:sldIdLst>
  <p:sldSz cx="24384000" cy="13716000"/>
  <p:notesSz cx="6858000" cy="9144000"/>
  <p:embeddedFontLst>
    <p:embeddedFont>
      <p:font typeface="Gowun Dodum Regular" pitchFamily="2" charset="-127"/>
      <p:regular r:id="rId15"/>
    </p:embeddedFont>
    <p:embeddedFont>
      <p:font typeface="NanumSquareRoundOTF ExtraBold" panose="020B0600000101010101" pitchFamily="34" charset="-127"/>
      <p:bold r:id="rId16"/>
    </p:embeddedFont>
    <p:embeddedFont>
      <p:font typeface="Pretendard Bold" panose="02000803000000020004" pitchFamily="2" charset="-127"/>
      <p:bold r:id="rId17"/>
    </p:embeddedFont>
    <p:embeddedFont>
      <p:font typeface="Pretendard Light" panose="02000403000000020004" pitchFamily="2" charset="-127"/>
      <p:regular r:id="rId18"/>
    </p:embeddedFont>
    <p:embeddedFont>
      <p:font typeface="Pretendard Regular" panose="02000503000000020004" pitchFamily="2" charset="-127"/>
      <p:regular r:id="rId19"/>
    </p:embeddedFont>
    <p:embeddedFont>
      <p:font typeface="Pretendard SemiBold" panose="02000703000000020004" pitchFamily="2" charset="-127"/>
      <p:regular r:id="rId20"/>
      <p:bold r:id="rId21"/>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799A5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9303" autoAdjust="0"/>
    <p:restoredTop sz="94598" autoAdjust="0"/>
  </p:normalViewPr>
  <p:slideViewPr>
    <p:cSldViewPr>
      <p:cViewPr varScale="1">
        <p:scale>
          <a:sx n="58" d="100"/>
          <a:sy n="58" d="100"/>
        </p:scale>
        <p:origin x="264" y="27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4.fntdata"/><Relationship Id="rId3" Type="http://schemas.openxmlformats.org/officeDocument/2006/relationships/slide" Target="slides/slide2.xml"/><Relationship Id="rId21" Type="http://schemas.openxmlformats.org/officeDocument/2006/relationships/font" Target="fonts/font7.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3.fntdata"/><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font" Target="fonts/font2.fntdata"/><Relationship Id="rId20" Type="http://schemas.openxmlformats.org/officeDocument/2006/relationships/font" Target="fonts/font6.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font" Target="fonts/font1.fntdata"/><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font" Target="fonts/font5.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8/13/26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8/13/26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8/13/26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8/13/26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8/13/26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8/13/26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8/13/26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8/13/26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8/13/26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8/13/26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8/13/26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8/13/26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11" Type="http://schemas.openxmlformats.org/officeDocument/2006/relationships/image" Target="../media/image10.png"/><Relationship Id="rId5" Type="http://schemas.openxmlformats.org/officeDocument/2006/relationships/image" Target="../media/image4.png"/><Relationship Id="rId10" Type="http://schemas.openxmlformats.org/officeDocument/2006/relationships/image" Target="../media/image9.png"/><Relationship Id="rId4" Type="http://schemas.openxmlformats.org/officeDocument/2006/relationships/image" Target="../media/image3.png"/><Relationship Id="rId9" Type="http://schemas.openxmlformats.org/officeDocument/2006/relationships/image" Target="../media/image8.png"/></Relationships>
</file>

<file path=ppt/slides/_rels/slide2.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11.png"/><Relationship Id="rId7" Type="http://schemas.openxmlformats.org/officeDocument/2006/relationships/image" Target="../media/image15.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17.png"/></Relationships>
</file>

<file path=ppt/slides/_rels/slide4.xml.rels><?xml version="1.0" encoding="UTF-8" standalone="yes"?>
<Relationships xmlns="http://schemas.openxmlformats.org/package/2006/relationships"><Relationship Id="rId3" Type="http://schemas.openxmlformats.org/officeDocument/2006/relationships/image" Target="../media/image16.png"/><Relationship Id="rId7" Type="http://schemas.openxmlformats.org/officeDocument/2006/relationships/image" Target="../media/image20.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17.png"/></Relationships>
</file>

<file path=ppt/slides/_rels/slide5.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23.png"/><Relationship Id="rId4" Type="http://schemas.openxmlformats.org/officeDocument/2006/relationships/image" Target="../media/image22.png"/></Relationships>
</file>

<file path=ppt/slides/_rels/slide6.xml.rels><?xml version="1.0" encoding="UTF-8" standalone="yes"?>
<Relationships xmlns="http://schemas.openxmlformats.org/package/2006/relationships"><Relationship Id="rId8" Type="http://schemas.openxmlformats.org/officeDocument/2006/relationships/image" Target="../media/image29.png"/><Relationship Id="rId3" Type="http://schemas.openxmlformats.org/officeDocument/2006/relationships/image" Target="../media/image24.png"/><Relationship Id="rId7" Type="http://schemas.openxmlformats.org/officeDocument/2006/relationships/image" Target="../media/image28.png"/><Relationship Id="rId12" Type="http://schemas.openxmlformats.org/officeDocument/2006/relationships/image" Target="../media/image33.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27.png"/><Relationship Id="rId11" Type="http://schemas.openxmlformats.org/officeDocument/2006/relationships/image" Target="../media/image32.png"/><Relationship Id="rId5" Type="http://schemas.openxmlformats.org/officeDocument/2006/relationships/image" Target="../media/image26.png"/><Relationship Id="rId10" Type="http://schemas.openxmlformats.org/officeDocument/2006/relationships/image" Target="../media/image31.png"/><Relationship Id="rId4" Type="http://schemas.openxmlformats.org/officeDocument/2006/relationships/image" Target="../media/image25.png"/><Relationship Id="rId9" Type="http://schemas.openxmlformats.org/officeDocument/2006/relationships/image" Target="../media/image30.png"/></Relationships>
</file>

<file path=ppt/slides/_rels/slide7.xml.rels><?xml version="1.0" encoding="UTF-8" standalone="yes"?>
<Relationships xmlns="http://schemas.openxmlformats.org/package/2006/relationships"><Relationship Id="rId3" Type="http://schemas.openxmlformats.org/officeDocument/2006/relationships/image" Target="../media/image24.png"/><Relationship Id="rId7" Type="http://schemas.openxmlformats.org/officeDocument/2006/relationships/image" Target="../media/image37.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36.png"/><Relationship Id="rId5" Type="http://schemas.openxmlformats.org/officeDocument/2006/relationships/image" Target="../media/image35.png"/><Relationship Id="rId4" Type="http://schemas.openxmlformats.org/officeDocument/2006/relationships/image" Target="../media/image34.png"/></Relationships>
</file>

<file path=ppt/slides/_rels/slide8.xml.rels><?xml version="1.0" encoding="UTF-8" standalone="yes"?>
<Relationships xmlns="http://schemas.openxmlformats.org/package/2006/relationships"><Relationship Id="rId8" Type="http://schemas.openxmlformats.org/officeDocument/2006/relationships/image" Target="../media/image40.png"/><Relationship Id="rId3" Type="http://schemas.openxmlformats.org/officeDocument/2006/relationships/image" Target="../media/image24.png"/><Relationship Id="rId7" Type="http://schemas.openxmlformats.org/officeDocument/2006/relationships/image" Target="../media/image22.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39.png"/><Relationship Id="rId5" Type="http://schemas.openxmlformats.org/officeDocument/2006/relationships/image" Target="../media/image38.png"/><Relationship Id="rId10" Type="http://schemas.openxmlformats.org/officeDocument/2006/relationships/image" Target="../media/image42.png"/><Relationship Id="rId4" Type="http://schemas.openxmlformats.org/officeDocument/2006/relationships/image" Target="../media/image25.png"/><Relationship Id="rId9" Type="http://schemas.openxmlformats.org/officeDocument/2006/relationships/image" Target="../media/image41.png"/></Relationships>
</file>

<file path=ppt/slides/_rels/slide9.xml.rels><?xml version="1.0" encoding="UTF-8" standalone="yes"?>
<Relationships xmlns="http://schemas.openxmlformats.org/package/2006/relationships"><Relationship Id="rId3" Type="http://schemas.openxmlformats.org/officeDocument/2006/relationships/image" Target="../media/image43.png"/><Relationship Id="rId7" Type="http://schemas.openxmlformats.org/officeDocument/2006/relationships/image" Target="../media/image22.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28.png"/><Relationship Id="rId5" Type="http://schemas.openxmlformats.org/officeDocument/2006/relationships/image" Target="../media/image35.png"/><Relationship Id="rId4" Type="http://schemas.openxmlformats.org/officeDocument/2006/relationships/image" Target="../media/image34.png"/></Relationships>
</file>

<file path=ppt/slides/_rels/slide10.xml.rels><?xml version="1.0" encoding="UTF-8" standalone="yes"?>
<Relationships xmlns="http://schemas.openxmlformats.org/package/2006/relationships"><Relationship Id="rId8" Type="http://schemas.openxmlformats.org/officeDocument/2006/relationships/image" Target="../media/image45.png"/><Relationship Id="rId3" Type="http://schemas.openxmlformats.org/officeDocument/2006/relationships/image" Target="../media/image24.png"/><Relationship Id="rId7" Type="http://schemas.openxmlformats.org/officeDocument/2006/relationships/image" Target="../media/image22.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44.png"/><Relationship Id="rId11" Type="http://schemas.openxmlformats.org/officeDocument/2006/relationships/image" Target="../media/image48.png"/><Relationship Id="rId5" Type="http://schemas.openxmlformats.org/officeDocument/2006/relationships/image" Target="../media/image13.png"/><Relationship Id="rId10" Type="http://schemas.openxmlformats.org/officeDocument/2006/relationships/image" Target="../media/image47.png"/><Relationship Id="rId4" Type="http://schemas.openxmlformats.org/officeDocument/2006/relationships/image" Target="../media/image25.png"/><Relationship Id="rId9" Type="http://schemas.openxmlformats.org/officeDocument/2006/relationships/image" Target="../media/image46.png"/></Relationships>
</file>

<file path=ppt/slides/_rels/slide11.xml.rels><?xml version="1.0" encoding="UTF-8" standalone="yes"?>
<Relationships xmlns="http://schemas.openxmlformats.org/package/2006/relationships"><Relationship Id="rId8" Type="http://schemas.openxmlformats.org/officeDocument/2006/relationships/image" Target="../media/image52.png"/><Relationship Id="rId3" Type="http://schemas.openxmlformats.org/officeDocument/2006/relationships/image" Target="../media/image43.png"/><Relationship Id="rId7" Type="http://schemas.openxmlformats.org/officeDocument/2006/relationships/image" Target="../media/image51.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0.png"/><Relationship Id="rId5" Type="http://schemas.openxmlformats.org/officeDocument/2006/relationships/image" Target="../media/image49.png"/><Relationship Id="rId10" Type="http://schemas.openxmlformats.org/officeDocument/2006/relationships/image" Target="../media/image54.png"/><Relationship Id="rId4" Type="http://schemas.openxmlformats.org/officeDocument/2006/relationships/image" Target="../media/image34.png"/><Relationship Id="rId9" Type="http://schemas.openxmlformats.org/officeDocument/2006/relationships/image" Target="../media/image53.png"/></Relationships>
</file>

<file path=ppt/slides/_rels/slide12.xml.rels><?xml version="1.0" encoding="UTF-8" standalone="yes"?>
<Relationships xmlns="http://schemas.openxmlformats.org/package/2006/relationships"><Relationship Id="rId8" Type="http://schemas.openxmlformats.org/officeDocument/2006/relationships/image" Target="../media/image56.png"/><Relationship Id="rId3" Type="http://schemas.openxmlformats.org/officeDocument/2006/relationships/image" Target="../media/image24.png"/><Relationship Id="rId7" Type="http://schemas.openxmlformats.org/officeDocument/2006/relationships/image" Target="../media/image55.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22.png"/><Relationship Id="rId5" Type="http://schemas.openxmlformats.org/officeDocument/2006/relationships/image" Target="../media/image35.png"/><Relationship Id="rId4" Type="http://schemas.openxmlformats.org/officeDocument/2006/relationships/image" Target="../media/image25.png"/></Relationships>
</file>

<file path=ppt/slides/_rels/slide13.xml.rels><?xml version="1.0" encoding="UTF-8" standalone="yes"?>
<Relationships xmlns="http://schemas.openxmlformats.org/package/2006/relationships"><Relationship Id="rId8" Type="http://schemas.openxmlformats.org/officeDocument/2006/relationships/image" Target="../media/image62.png"/><Relationship Id="rId3" Type="http://schemas.openxmlformats.org/officeDocument/2006/relationships/image" Target="../media/image57.png"/><Relationship Id="rId7" Type="http://schemas.openxmlformats.org/officeDocument/2006/relationships/image" Target="../media/image61.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60.png"/><Relationship Id="rId5" Type="http://schemas.openxmlformats.org/officeDocument/2006/relationships/image" Target="../media/image59.png"/><Relationship Id="rId4" Type="http://schemas.openxmlformats.org/officeDocument/2006/relationships/image" Target="../media/image58.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0EEE8"/>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2">
            <a:alphaModFix amt="62000"/>
          </a:blip>
          <a:stretch>
            <a:fillRect/>
          </a:stretch>
        </p:blipFill>
        <p:spPr>
          <a:xfrm>
            <a:off x="-12700" y="-12700"/>
            <a:ext cx="24409400" cy="13741400"/>
          </a:xfrm>
          <a:prstGeom prst="rect">
            <a:avLst/>
          </a:prstGeom>
        </p:spPr>
      </p:pic>
      <p:pic>
        <p:nvPicPr>
          <p:cNvPr id="3" name="Picture 3"/>
          <p:cNvPicPr>
            <a:picLocks noChangeAspect="1"/>
          </p:cNvPicPr>
          <p:nvPr/>
        </p:nvPicPr>
        <p:blipFill>
          <a:blip r:embed="rId3"/>
          <a:stretch>
            <a:fillRect/>
          </a:stretch>
        </p:blipFill>
        <p:spPr>
          <a:xfrm rot="19998311">
            <a:off x="20777200" y="7251700"/>
            <a:ext cx="7175500" cy="4533900"/>
          </a:xfrm>
          <a:prstGeom prst="rect">
            <a:avLst/>
          </a:prstGeom>
        </p:spPr>
      </p:pic>
      <p:pic>
        <p:nvPicPr>
          <p:cNvPr id="4" name="Picture 4"/>
          <p:cNvPicPr>
            <a:picLocks noChangeAspect="1"/>
          </p:cNvPicPr>
          <p:nvPr/>
        </p:nvPicPr>
        <p:blipFill>
          <a:blip r:embed="rId4"/>
          <a:stretch>
            <a:fillRect/>
          </a:stretch>
        </p:blipFill>
        <p:spPr>
          <a:xfrm rot="16170498">
            <a:off x="20561300" y="4749800"/>
            <a:ext cx="5816600" cy="6223000"/>
          </a:xfrm>
          <a:prstGeom prst="rect">
            <a:avLst/>
          </a:prstGeom>
        </p:spPr>
      </p:pic>
      <p:pic>
        <p:nvPicPr>
          <p:cNvPr id="5" name="Picture 5"/>
          <p:cNvPicPr>
            <a:picLocks noChangeAspect="1"/>
          </p:cNvPicPr>
          <p:nvPr/>
        </p:nvPicPr>
        <p:blipFill>
          <a:blip r:embed="rId5"/>
          <a:stretch>
            <a:fillRect/>
          </a:stretch>
        </p:blipFill>
        <p:spPr>
          <a:xfrm rot="1585470">
            <a:off x="16167100" y="8064500"/>
            <a:ext cx="11315700" cy="6438900"/>
          </a:xfrm>
          <a:prstGeom prst="rect">
            <a:avLst/>
          </a:prstGeom>
        </p:spPr>
      </p:pic>
      <p:pic>
        <p:nvPicPr>
          <p:cNvPr id="6" name="Picture 6"/>
          <p:cNvPicPr>
            <a:picLocks noChangeAspect="1"/>
          </p:cNvPicPr>
          <p:nvPr/>
        </p:nvPicPr>
        <p:blipFill>
          <a:blip r:embed="rId6"/>
          <a:stretch>
            <a:fillRect/>
          </a:stretch>
        </p:blipFill>
        <p:spPr>
          <a:xfrm rot="21047405">
            <a:off x="21120100" y="-1320800"/>
            <a:ext cx="5067300" cy="5384800"/>
          </a:xfrm>
          <a:prstGeom prst="rect">
            <a:avLst/>
          </a:prstGeom>
        </p:spPr>
      </p:pic>
      <p:pic>
        <p:nvPicPr>
          <p:cNvPr id="7" name="Picture 7"/>
          <p:cNvPicPr>
            <a:picLocks noChangeAspect="1"/>
          </p:cNvPicPr>
          <p:nvPr/>
        </p:nvPicPr>
        <p:blipFill>
          <a:blip r:embed="rId7"/>
          <a:stretch>
            <a:fillRect/>
          </a:stretch>
        </p:blipFill>
        <p:spPr>
          <a:xfrm rot="19998311">
            <a:off x="17094200" y="1041400"/>
            <a:ext cx="8559800" cy="6388100"/>
          </a:xfrm>
          <a:prstGeom prst="rect">
            <a:avLst/>
          </a:prstGeom>
        </p:spPr>
      </p:pic>
      <p:pic>
        <p:nvPicPr>
          <p:cNvPr id="8" name="Picture 8"/>
          <p:cNvPicPr>
            <a:picLocks noChangeAspect="1"/>
          </p:cNvPicPr>
          <p:nvPr/>
        </p:nvPicPr>
        <p:blipFill>
          <a:blip r:embed="rId8"/>
          <a:stretch>
            <a:fillRect/>
          </a:stretch>
        </p:blipFill>
        <p:spPr>
          <a:xfrm rot="60000">
            <a:off x="17818100" y="-393700"/>
            <a:ext cx="6184900" cy="6489700"/>
          </a:xfrm>
          <a:prstGeom prst="rect">
            <a:avLst/>
          </a:prstGeom>
        </p:spPr>
      </p:pic>
      <p:pic>
        <p:nvPicPr>
          <p:cNvPr id="9" name="Picture 9"/>
          <p:cNvPicPr>
            <a:picLocks noChangeAspect="1"/>
          </p:cNvPicPr>
          <p:nvPr/>
        </p:nvPicPr>
        <p:blipFill>
          <a:blip r:embed="rId9"/>
          <a:stretch>
            <a:fillRect/>
          </a:stretch>
        </p:blipFill>
        <p:spPr>
          <a:xfrm rot="287053">
            <a:off x="17665700" y="9144000"/>
            <a:ext cx="7759700" cy="5334000"/>
          </a:xfrm>
          <a:prstGeom prst="rect">
            <a:avLst/>
          </a:prstGeom>
        </p:spPr>
      </p:pic>
      <p:pic>
        <p:nvPicPr>
          <p:cNvPr id="10" name="Picture 10"/>
          <p:cNvPicPr>
            <a:picLocks noChangeAspect="1"/>
          </p:cNvPicPr>
          <p:nvPr/>
        </p:nvPicPr>
        <p:blipFill>
          <a:blip r:embed="rId10">
            <a:alphaModFix amt="64000"/>
          </a:blip>
          <a:stretch>
            <a:fillRect/>
          </a:stretch>
        </p:blipFill>
        <p:spPr>
          <a:xfrm rot="1733337">
            <a:off x="1841500" y="11595100"/>
            <a:ext cx="304800" cy="622300"/>
          </a:xfrm>
          <a:prstGeom prst="rect">
            <a:avLst/>
          </a:prstGeom>
        </p:spPr>
      </p:pic>
      <p:pic>
        <p:nvPicPr>
          <p:cNvPr id="11" name="Picture 11"/>
          <p:cNvPicPr>
            <a:picLocks noChangeAspect="1"/>
          </p:cNvPicPr>
          <p:nvPr/>
        </p:nvPicPr>
        <p:blipFill>
          <a:blip r:embed="rId10">
            <a:alphaModFix amt="64000"/>
          </a:blip>
          <a:stretch>
            <a:fillRect/>
          </a:stretch>
        </p:blipFill>
        <p:spPr>
          <a:xfrm rot="1733337">
            <a:off x="1993900" y="11658600"/>
            <a:ext cx="304800" cy="622300"/>
          </a:xfrm>
          <a:prstGeom prst="rect">
            <a:avLst/>
          </a:prstGeom>
        </p:spPr>
      </p:pic>
      <p:pic>
        <p:nvPicPr>
          <p:cNvPr id="12" name="Picture 12"/>
          <p:cNvPicPr>
            <a:picLocks noChangeAspect="1"/>
          </p:cNvPicPr>
          <p:nvPr/>
        </p:nvPicPr>
        <p:blipFill>
          <a:blip r:embed="rId11">
            <a:alphaModFix amt="54000"/>
          </a:blip>
          <a:stretch>
            <a:fillRect/>
          </a:stretch>
        </p:blipFill>
        <p:spPr>
          <a:xfrm>
            <a:off x="1659344" y="3289300"/>
            <a:ext cx="2171700" cy="774701"/>
          </a:xfrm>
          <a:prstGeom prst="rect">
            <a:avLst/>
          </a:prstGeom>
        </p:spPr>
      </p:pic>
      <p:sp>
        <p:nvSpPr>
          <p:cNvPr id="13" name="TextBox 13"/>
          <p:cNvSpPr txBox="1"/>
          <p:nvPr/>
        </p:nvSpPr>
        <p:spPr>
          <a:xfrm>
            <a:off x="1710143" y="4414732"/>
            <a:ext cx="11426403" cy="2082800"/>
          </a:xfrm>
          <a:prstGeom prst="rect">
            <a:avLst/>
          </a:prstGeom>
        </p:spPr>
        <p:txBody>
          <a:bodyPr lIns="0" tIns="0" rIns="0" bIns="0" rtlCol="0" anchor="t"/>
          <a:lstStyle/>
          <a:p>
            <a:pPr lvl="0" algn="l">
              <a:lnSpc>
                <a:spcPct val="116199"/>
              </a:lnSpc>
            </a:pPr>
            <a:r>
              <a:rPr lang="ko-KR" altLang="en-US" sz="5400" dirty="0">
                <a:solidFill>
                  <a:srgbClr val="41502E"/>
                </a:solidFill>
                <a:latin typeface="Gowun Dodum Regular"/>
                <a:ea typeface="Gowun Dodum Regular"/>
                <a:cs typeface="Gowun Dodum Regular"/>
              </a:rPr>
              <a:t>차별화된 아파트 관리규정 </a:t>
            </a:r>
            <a:r>
              <a:rPr lang="en-US" altLang="ko-KR" sz="5400" dirty="0">
                <a:solidFill>
                  <a:srgbClr val="41502E"/>
                </a:solidFill>
                <a:latin typeface="Gowun Dodum Regular"/>
                <a:ea typeface="Gowun Dodum Regular"/>
                <a:cs typeface="Gowun Dodum Regular"/>
              </a:rPr>
              <a:t>OS,</a:t>
            </a:r>
            <a:r>
              <a:rPr lang="ko-KR" altLang="en-US" sz="5400" dirty="0">
                <a:solidFill>
                  <a:srgbClr val="41502E"/>
                </a:solidFill>
                <a:latin typeface="Gowun Dodum Regular"/>
                <a:ea typeface="Gowun Dodum Regular"/>
                <a:cs typeface="Gowun Dodum Regular"/>
              </a:rPr>
              <a:t> </a:t>
            </a:r>
            <a:endParaRPr lang="en-US" altLang="ko-KR" sz="5400" dirty="0">
              <a:solidFill>
                <a:srgbClr val="41502E"/>
              </a:solidFill>
              <a:latin typeface="Gowun Dodum Regular"/>
              <a:ea typeface="Gowun Dodum Regular"/>
              <a:cs typeface="Gowun Dodum Regular"/>
            </a:endParaRPr>
          </a:p>
          <a:p>
            <a:pPr lvl="0" algn="l">
              <a:lnSpc>
                <a:spcPct val="116199"/>
              </a:lnSpc>
            </a:pPr>
            <a:r>
              <a:rPr lang="en-US" sz="20000" b="0" i="0" u="none" strike="noStrike" dirty="0">
                <a:solidFill>
                  <a:srgbClr val="41502E"/>
                </a:solidFill>
                <a:latin typeface="Gowun Dodum Regular"/>
                <a:ea typeface="Gowun Dodum Regular"/>
                <a:cs typeface="Gowun Dodum Regular"/>
              </a:rPr>
              <a:t>: </a:t>
            </a:r>
            <a:r>
              <a:rPr lang="en-US" sz="20000" b="0" i="0" u="none" strike="noStrike" dirty="0" err="1">
                <a:solidFill>
                  <a:srgbClr val="41502E"/>
                </a:solidFill>
                <a:latin typeface="Gowun Dodum Regular"/>
                <a:ea typeface="Gowun Dodum Regular"/>
                <a:cs typeface="Gowun Dodum Regular"/>
              </a:rPr>
              <a:t>ApaTalk</a:t>
            </a:r>
            <a:endParaRPr lang="en-US" sz="20000" b="0" i="0" u="none" strike="noStrike" dirty="0">
              <a:solidFill>
                <a:srgbClr val="41502E"/>
              </a:solidFill>
              <a:latin typeface="Gowun Dodum Regular"/>
              <a:ea typeface="Gowun Dodum Regular"/>
              <a:cs typeface="Gowun Dodum Regular"/>
            </a:endParaRPr>
          </a:p>
        </p:txBody>
      </p:sp>
      <p:sp>
        <p:nvSpPr>
          <p:cNvPr id="14" name="TextBox 14"/>
          <p:cNvSpPr txBox="1"/>
          <p:nvPr/>
        </p:nvSpPr>
        <p:spPr>
          <a:xfrm>
            <a:off x="1739900" y="8866312"/>
            <a:ext cx="7343992" cy="647700"/>
          </a:xfrm>
          <a:prstGeom prst="rect">
            <a:avLst/>
          </a:prstGeom>
        </p:spPr>
        <p:txBody>
          <a:bodyPr lIns="0" tIns="0" rIns="0" bIns="0" rtlCol="0" anchor="t"/>
          <a:lstStyle/>
          <a:p>
            <a:pPr lvl="0" algn="l">
              <a:lnSpc>
                <a:spcPct val="116199"/>
              </a:lnSpc>
            </a:pPr>
            <a:r>
              <a:rPr lang="en-US" altLang="ko-KR" sz="3200" dirty="0">
                <a:solidFill>
                  <a:srgbClr val="41502E"/>
                </a:solidFill>
                <a:latin typeface="Gowun Dodum Regular"/>
                <a:ea typeface="Gowun Dodum Regular"/>
                <a:cs typeface="Gowun Dodum Regular"/>
              </a:rPr>
              <a:t>RAG</a:t>
            </a:r>
            <a:r>
              <a:rPr lang="ko-KR" altLang="en-US" sz="3200" dirty="0">
                <a:solidFill>
                  <a:srgbClr val="41502E"/>
                </a:solidFill>
                <a:latin typeface="Gowun Dodum Regular"/>
                <a:ea typeface="Gowun Dodum Regular"/>
                <a:cs typeface="Gowun Dodum Regular"/>
              </a:rPr>
              <a:t> 기반 관리규정 검색</a:t>
            </a:r>
            <a:r>
              <a:rPr lang="en-US" altLang="ko-KR" sz="3200" dirty="0">
                <a:solidFill>
                  <a:srgbClr val="41502E"/>
                </a:solidFill>
                <a:latin typeface="Gowun Dodum Regular"/>
                <a:ea typeface="Gowun Dodum Regular"/>
                <a:cs typeface="Gowun Dodum Regular"/>
              </a:rPr>
              <a:t>,</a:t>
            </a:r>
            <a:r>
              <a:rPr lang="ko-KR" altLang="en-US" sz="3200" dirty="0">
                <a:solidFill>
                  <a:srgbClr val="41502E"/>
                </a:solidFill>
                <a:latin typeface="Gowun Dodum Regular"/>
                <a:ea typeface="Gowun Dodum Regular"/>
                <a:cs typeface="Gowun Dodum Regular"/>
              </a:rPr>
              <a:t> 업무지원 시스템</a:t>
            </a:r>
            <a:endParaRPr lang="en-US" sz="3200" b="0" i="0" u="none" strike="noStrike" dirty="0">
              <a:solidFill>
                <a:srgbClr val="41502E"/>
              </a:solidFill>
              <a:latin typeface="Gowun Dodum Regular"/>
              <a:ea typeface="Gowun Dodum Regular"/>
              <a:cs typeface="Gowun Dodum Regular"/>
            </a:endParaRPr>
          </a:p>
        </p:txBody>
      </p:sp>
      <p:sp>
        <p:nvSpPr>
          <p:cNvPr id="15" name="TextBox 15"/>
          <p:cNvSpPr txBox="1"/>
          <p:nvPr/>
        </p:nvSpPr>
        <p:spPr>
          <a:xfrm>
            <a:off x="2357844" y="3421455"/>
            <a:ext cx="774700" cy="558800"/>
          </a:xfrm>
          <a:prstGeom prst="rect">
            <a:avLst/>
          </a:prstGeom>
        </p:spPr>
        <p:txBody>
          <a:bodyPr lIns="0" tIns="0" rIns="0" bIns="0" rtlCol="0" anchor="t"/>
          <a:lstStyle/>
          <a:p>
            <a:pPr lvl="0" algn="l">
              <a:lnSpc>
                <a:spcPct val="116199"/>
              </a:lnSpc>
            </a:pPr>
            <a:r>
              <a:rPr lang="en-US" sz="3200" b="0" i="0" u="none" strike="noStrike" dirty="0">
                <a:solidFill>
                  <a:srgbClr val="41502E"/>
                </a:solidFill>
                <a:latin typeface="Gowun Dodum Regular"/>
                <a:ea typeface="Gowun Dodum Regular"/>
                <a:cs typeface="Gowun Dodum Regular"/>
              </a:rPr>
              <a:t>4조</a:t>
            </a:r>
          </a:p>
        </p:txBody>
      </p:sp>
      <p:sp>
        <p:nvSpPr>
          <p:cNvPr id="16" name="TextBox 16"/>
          <p:cNvSpPr txBox="1"/>
          <p:nvPr/>
        </p:nvSpPr>
        <p:spPr>
          <a:xfrm>
            <a:off x="2527300" y="11772900"/>
            <a:ext cx="3187700" cy="647700"/>
          </a:xfrm>
          <a:prstGeom prst="rect">
            <a:avLst/>
          </a:prstGeom>
        </p:spPr>
        <p:txBody>
          <a:bodyPr lIns="0" tIns="0" rIns="0" bIns="0" rtlCol="0" anchor="t"/>
          <a:lstStyle/>
          <a:p>
            <a:pPr lvl="0" algn="l">
              <a:lnSpc>
                <a:spcPct val="116199"/>
              </a:lnSpc>
            </a:pPr>
            <a:r>
              <a:rPr lang="ko-KR" altLang="en-US" sz="2654" dirty="0">
                <a:solidFill>
                  <a:srgbClr val="41502E"/>
                </a:solidFill>
                <a:latin typeface="Gowun Dodum Regular"/>
                <a:ea typeface="Gowun Dodum Regular"/>
                <a:cs typeface="Gowun Dodum Regular"/>
              </a:rPr>
              <a:t>김민정 김보민 한민희</a:t>
            </a:r>
            <a:endParaRPr lang="en-US" sz="2654" b="0" i="0" u="none" strike="noStrike" dirty="0">
              <a:solidFill>
                <a:srgbClr val="41502E"/>
              </a:solidFill>
              <a:latin typeface="Gowun Dodum Regular"/>
              <a:ea typeface="Gowun Dodum Regular"/>
              <a:cs typeface="Gowun Dodum Regula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6F1EF"/>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2">
            <a:alphaModFix amt="62000"/>
          </a:blip>
          <a:stretch>
            <a:fillRect/>
          </a:stretch>
        </p:blipFill>
        <p:spPr>
          <a:xfrm>
            <a:off x="-12700" y="-12700"/>
            <a:ext cx="24409400" cy="13741400"/>
          </a:xfrm>
          <a:prstGeom prst="rect">
            <a:avLst/>
          </a:prstGeom>
        </p:spPr>
      </p:pic>
      <p:pic>
        <p:nvPicPr>
          <p:cNvPr id="3" name="Picture 3"/>
          <p:cNvPicPr>
            <a:picLocks noChangeAspect="1"/>
          </p:cNvPicPr>
          <p:nvPr/>
        </p:nvPicPr>
        <p:blipFill>
          <a:blip r:embed="rId3"/>
          <a:stretch>
            <a:fillRect/>
          </a:stretch>
        </p:blipFill>
        <p:spPr>
          <a:xfrm rot="2840860">
            <a:off x="17678400" y="9245600"/>
            <a:ext cx="7632700" cy="6223000"/>
          </a:xfrm>
          <a:prstGeom prst="rect">
            <a:avLst/>
          </a:prstGeom>
        </p:spPr>
      </p:pic>
      <p:pic>
        <p:nvPicPr>
          <p:cNvPr id="5" name="Picture 5"/>
          <p:cNvPicPr>
            <a:picLocks noChangeAspect="1"/>
          </p:cNvPicPr>
          <p:nvPr/>
        </p:nvPicPr>
        <p:blipFill>
          <a:blip r:embed="rId4"/>
          <a:stretch>
            <a:fillRect/>
          </a:stretch>
        </p:blipFill>
        <p:spPr>
          <a:xfrm rot="19703223">
            <a:off x="22148800" y="8509000"/>
            <a:ext cx="6184900" cy="3517900"/>
          </a:xfrm>
          <a:prstGeom prst="rect">
            <a:avLst/>
          </a:prstGeom>
        </p:spPr>
      </p:pic>
      <p:pic>
        <p:nvPicPr>
          <p:cNvPr id="8" name="Picture 8"/>
          <p:cNvPicPr>
            <a:picLocks noChangeAspect="1"/>
          </p:cNvPicPr>
          <p:nvPr/>
        </p:nvPicPr>
        <p:blipFill>
          <a:blip r:embed="rId5"/>
          <a:stretch>
            <a:fillRect/>
          </a:stretch>
        </p:blipFill>
        <p:spPr>
          <a:xfrm rot="1837364">
            <a:off x="4064000" y="-1549400"/>
            <a:ext cx="5511800" cy="3797300"/>
          </a:xfrm>
          <a:prstGeom prst="rect">
            <a:avLst/>
          </a:prstGeom>
        </p:spPr>
      </p:pic>
      <p:pic>
        <p:nvPicPr>
          <p:cNvPr id="9" name="Picture 9"/>
          <p:cNvPicPr>
            <a:picLocks noChangeAspect="1"/>
          </p:cNvPicPr>
          <p:nvPr/>
        </p:nvPicPr>
        <p:blipFill>
          <a:blip r:embed="rId6"/>
          <a:stretch>
            <a:fillRect/>
          </a:stretch>
        </p:blipFill>
        <p:spPr>
          <a:xfrm>
            <a:off x="-787400" y="114300"/>
            <a:ext cx="2743200" cy="3683000"/>
          </a:xfrm>
          <a:prstGeom prst="rect">
            <a:avLst/>
          </a:prstGeom>
        </p:spPr>
      </p:pic>
      <p:sp>
        <p:nvSpPr>
          <p:cNvPr id="19" name="TextBox 19"/>
          <p:cNvSpPr txBox="1"/>
          <p:nvPr/>
        </p:nvSpPr>
        <p:spPr>
          <a:xfrm>
            <a:off x="1600200" y="5283200"/>
            <a:ext cx="6985000" cy="1320800"/>
          </a:xfrm>
          <a:prstGeom prst="rect">
            <a:avLst/>
          </a:prstGeom>
        </p:spPr>
        <p:txBody>
          <a:bodyPr lIns="0" tIns="0" rIns="0" bIns="0" rtlCol="0" anchor="t"/>
          <a:lstStyle/>
          <a:p>
            <a:pPr lvl="0" algn="l">
              <a:lnSpc>
                <a:spcPct val="116199"/>
              </a:lnSpc>
            </a:pPr>
            <a:r>
              <a:rPr lang="en-US" sz="6666" b="0" i="0" u="none" strike="noStrike" dirty="0">
                <a:solidFill>
                  <a:srgbClr val="41502E"/>
                </a:solidFill>
                <a:latin typeface="Gowun Dodum Regular"/>
                <a:ea typeface="Gowun Dodum Regular"/>
                <a:cs typeface="Gowun Dodum Regular"/>
              </a:rPr>
              <a:t>Table Of Contents</a:t>
            </a:r>
          </a:p>
        </p:txBody>
      </p:sp>
      <p:sp>
        <p:nvSpPr>
          <p:cNvPr id="38" name="TextBox 38"/>
          <p:cNvSpPr txBox="1"/>
          <p:nvPr/>
        </p:nvSpPr>
        <p:spPr>
          <a:xfrm>
            <a:off x="20129500" y="10515600"/>
            <a:ext cx="1155700" cy="457200"/>
          </a:xfrm>
          <a:prstGeom prst="rect">
            <a:avLst/>
          </a:prstGeom>
        </p:spPr>
        <p:txBody>
          <a:bodyPr lIns="0" tIns="0" rIns="0" bIns="0" rtlCol="0" anchor="t"/>
          <a:lstStyle/>
          <a:p>
            <a:pPr lvl="0" algn="l">
              <a:lnSpc>
                <a:spcPct val="116199"/>
              </a:lnSpc>
            </a:pPr>
            <a:r>
              <a:rPr lang="en-US" sz="2400" b="0" i="0" u="none" strike="noStrike">
                <a:solidFill>
                  <a:srgbClr val="799A51"/>
                </a:solidFill>
                <a:latin typeface="NanumSquareRoundOTF ExtraBold"/>
                <a:ea typeface="NanumSquareRoundOTF ExtraBold"/>
                <a:cs typeface="NanumSquareRoundOTF ExtraBold"/>
              </a:rPr>
              <a:t>P. 09</a:t>
            </a:r>
          </a:p>
        </p:txBody>
      </p:sp>
      <p:sp>
        <p:nvSpPr>
          <p:cNvPr id="39" name="TextBox 39"/>
          <p:cNvSpPr txBox="1"/>
          <p:nvPr/>
        </p:nvSpPr>
        <p:spPr>
          <a:xfrm>
            <a:off x="20129500" y="11569700"/>
            <a:ext cx="1155700" cy="457200"/>
          </a:xfrm>
          <a:prstGeom prst="rect">
            <a:avLst/>
          </a:prstGeom>
        </p:spPr>
        <p:txBody>
          <a:bodyPr lIns="0" tIns="0" rIns="0" bIns="0" rtlCol="0" anchor="t"/>
          <a:lstStyle/>
          <a:p>
            <a:pPr lvl="0" algn="l">
              <a:lnSpc>
                <a:spcPct val="116199"/>
              </a:lnSpc>
            </a:pPr>
            <a:r>
              <a:rPr lang="en-US" sz="2400" b="0" i="0" u="none" strike="noStrike">
                <a:solidFill>
                  <a:srgbClr val="799A51"/>
                </a:solidFill>
                <a:latin typeface="NanumSquareRoundOTF ExtraBold"/>
                <a:ea typeface="NanumSquareRoundOTF ExtraBold"/>
                <a:cs typeface="NanumSquareRoundOTF ExtraBold"/>
              </a:rPr>
              <a:t>P. 11</a:t>
            </a:r>
          </a:p>
        </p:txBody>
      </p:sp>
      <p:pic>
        <p:nvPicPr>
          <p:cNvPr id="4" name="Picture 4"/>
          <p:cNvPicPr>
            <a:picLocks noChangeAspect="1"/>
          </p:cNvPicPr>
          <p:nvPr/>
        </p:nvPicPr>
        <p:blipFill>
          <a:blip r:embed="rId7"/>
          <a:stretch>
            <a:fillRect/>
          </a:stretch>
        </p:blipFill>
        <p:spPr>
          <a:xfrm rot="16170498">
            <a:off x="22288500" y="6705600"/>
            <a:ext cx="4495800" cy="4813300"/>
          </a:xfrm>
          <a:prstGeom prst="rect">
            <a:avLst/>
          </a:prstGeom>
        </p:spPr>
      </p:pic>
      <p:pic>
        <p:nvPicPr>
          <p:cNvPr id="6" name="Picture 6"/>
          <p:cNvPicPr>
            <a:picLocks noChangeAspect="1"/>
          </p:cNvPicPr>
          <p:nvPr/>
        </p:nvPicPr>
        <p:blipFill>
          <a:blip r:embed="rId8"/>
          <a:stretch>
            <a:fillRect/>
          </a:stretch>
        </p:blipFill>
        <p:spPr>
          <a:xfrm rot="287053">
            <a:off x="19367500" y="9982200"/>
            <a:ext cx="7759700" cy="5334000"/>
          </a:xfrm>
          <a:prstGeom prst="rect">
            <a:avLst/>
          </a:prstGeom>
        </p:spPr>
      </p:pic>
      <p:sp>
        <p:nvSpPr>
          <p:cNvPr id="40" name="TextBox 32">
            <a:extLst>
              <a:ext uri="{FF2B5EF4-FFF2-40B4-BE49-F238E27FC236}">
                <a16:creationId xmlns:a16="http://schemas.microsoft.com/office/drawing/2014/main" id="{350530AE-E1AE-BF98-34D2-D456072E2C37}"/>
              </a:ext>
            </a:extLst>
          </p:cNvPr>
          <p:cNvSpPr txBox="1"/>
          <p:nvPr/>
        </p:nvSpPr>
        <p:spPr>
          <a:xfrm>
            <a:off x="14194920" y="2675306"/>
            <a:ext cx="5538164" cy="647007"/>
          </a:xfrm>
          <a:prstGeom prst="rect">
            <a:avLst/>
          </a:prstGeom>
        </p:spPr>
        <p:txBody>
          <a:bodyPr lIns="0" tIns="0" rIns="0" bIns="0" rtlCol="0" anchor="t"/>
          <a:lstStyle/>
          <a:p>
            <a:pPr lvl="0">
              <a:lnSpc>
                <a:spcPct val="116199"/>
              </a:lnSpc>
            </a:pPr>
            <a:r>
              <a:rPr lang="en-US" altLang="ko-KR" sz="5400" dirty="0">
                <a:solidFill>
                  <a:srgbClr val="41502E"/>
                </a:solidFill>
                <a:latin typeface="Gowun Dodum Regular"/>
                <a:ea typeface="Gowun Dodum Regular"/>
                <a:cs typeface="Gowun Dodum Regular"/>
              </a:rPr>
              <a:t>1.</a:t>
            </a:r>
            <a:r>
              <a:rPr lang="ko-KR" altLang="en-US" sz="5400" dirty="0">
                <a:solidFill>
                  <a:srgbClr val="41502E"/>
                </a:solidFill>
                <a:latin typeface="Gowun Dodum Regular"/>
                <a:ea typeface="Gowun Dodum Regular"/>
                <a:cs typeface="Gowun Dodum Regular"/>
              </a:rPr>
              <a:t> 개요 및 배경</a:t>
            </a:r>
            <a:endParaRPr lang="en-US" sz="5400" dirty="0">
              <a:solidFill>
                <a:srgbClr val="41502E"/>
              </a:solidFill>
              <a:latin typeface="Gowun Dodum Regular"/>
              <a:ea typeface="Gowun Dodum Regular"/>
              <a:cs typeface="Gowun Dodum Regular"/>
            </a:endParaRPr>
          </a:p>
        </p:txBody>
      </p:sp>
      <p:sp>
        <p:nvSpPr>
          <p:cNvPr id="41" name="TextBox 32">
            <a:extLst>
              <a:ext uri="{FF2B5EF4-FFF2-40B4-BE49-F238E27FC236}">
                <a16:creationId xmlns:a16="http://schemas.microsoft.com/office/drawing/2014/main" id="{4B25B156-BC09-8056-7D10-393B74BFBC5A}"/>
              </a:ext>
            </a:extLst>
          </p:cNvPr>
          <p:cNvSpPr txBox="1"/>
          <p:nvPr/>
        </p:nvSpPr>
        <p:spPr>
          <a:xfrm>
            <a:off x="14210160" y="4328716"/>
            <a:ext cx="6985000" cy="647007"/>
          </a:xfrm>
          <a:prstGeom prst="rect">
            <a:avLst/>
          </a:prstGeom>
        </p:spPr>
        <p:txBody>
          <a:bodyPr lIns="0" tIns="0" rIns="0" bIns="0" rtlCol="0" anchor="t"/>
          <a:lstStyle/>
          <a:p>
            <a:pPr lvl="0">
              <a:lnSpc>
                <a:spcPct val="116199"/>
              </a:lnSpc>
            </a:pPr>
            <a:r>
              <a:rPr lang="en-US" altLang="ko-KR" sz="5400" dirty="0">
                <a:solidFill>
                  <a:srgbClr val="41502E"/>
                </a:solidFill>
                <a:latin typeface="Gowun Dodum Regular"/>
                <a:ea typeface="Gowun Dodum Regular"/>
                <a:cs typeface="Gowun Dodum Regular"/>
              </a:rPr>
              <a:t>2.</a:t>
            </a:r>
            <a:r>
              <a:rPr lang="ko-KR" altLang="en-US" sz="5400" dirty="0">
                <a:solidFill>
                  <a:srgbClr val="41502E"/>
                </a:solidFill>
                <a:latin typeface="Gowun Dodum Regular"/>
                <a:ea typeface="Gowun Dodum Regular"/>
                <a:cs typeface="Gowun Dodum Regular"/>
              </a:rPr>
              <a:t> 구조</a:t>
            </a:r>
            <a:endParaRPr lang="en-US" sz="5400" dirty="0">
              <a:solidFill>
                <a:srgbClr val="41502E"/>
              </a:solidFill>
              <a:latin typeface="Gowun Dodum Regular"/>
              <a:ea typeface="Gowun Dodum Regular"/>
              <a:cs typeface="Gowun Dodum Regular"/>
            </a:endParaRPr>
          </a:p>
        </p:txBody>
      </p:sp>
      <p:sp>
        <p:nvSpPr>
          <p:cNvPr id="42" name="TextBox 32">
            <a:extLst>
              <a:ext uri="{FF2B5EF4-FFF2-40B4-BE49-F238E27FC236}">
                <a16:creationId xmlns:a16="http://schemas.microsoft.com/office/drawing/2014/main" id="{4C4FDB3D-F813-3F7C-417C-B60DB9658814}"/>
              </a:ext>
            </a:extLst>
          </p:cNvPr>
          <p:cNvSpPr txBox="1"/>
          <p:nvPr/>
        </p:nvSpPr>
        <p:spPr>
          <a:xfrm>
            <a:off x="14210160" y="5281388"/>
            <a:ext cx="5538164" cy="647007"/>
          </a:xfrm>
          <a:prstGeom prst="rect">
            <a:avLst/>
          </a:prstGeom>
        </p:spPr>
        <p:txBody>
          <a:bodyPr lIns="0" tIns="0" rIns="0" bIns="0" rtlCol="0" anchor="t"/>
          <a:lstStyle/>
          <a:p>
            <a:pPr lvl="0">
              <a:lnSpc>
                <a:spcPct val="116199"/>
              </a:lnSpc>
            </a:pPr>
            <a:endParaRPr lang="en-US" sz="5400" dirty="0">
              <a:solidFill>
                <a:srgbClr val="41502E"/>
              </a:solidFill>
              <a:latin typeface="Gowun Dodum Regular"/>
              <a:ea typeface="Gowun Dodum Regular"/>
              <a:cs typeface="Gowun Dodum Regular"/>
            </a:endParaRPr>
          </a:p>
        </p:txBody>
      </p:sp>
      <p:sp>
        <p:nvSpPr>
          <p:cNvPr id="43" name="TextBox 32">
            <a:extLst>
              <a:ext uri="{FF2B5EF4-FFF2-40B4-BE49-F238E27FC236}">
                <a16:creationId xmlns:a16="http://schemas.microsoft.com/office/drawing/2014/main" id="{2E578EC1-8F48-CF10-380F-7EAE4BA5EE3F}"/>
              </a:ext>
            </a:extLst>
          </p:cNvPr>
          <p:cNvSpPr txBox="1"/>
          <p:nvPr/>
        </p:nvSpPr>
        <p:spPr>
          <a:xfrm>
            <a:off x="14210160" y="6044264"/>
            <a:ext cx="7166478" cy="647007"/>
          </a:xfrm>
          <a:prstGeom prst="rect">
            <a:avLst/>
          </a:prstGeom>
        </p:spPr>
        <p:txBody>
          <a:bodyPr lIns="0" tIns="0" rIns="0" bIns="0" rtlCol="0" anchor="t"/>
          <a:lstStyle/>
          <a:p>
            <a:pPr lvl="0">
              <a:lnSpc>
                <a:spcPct val="116199"/>
              </a:lnSpc>
            </a:pPr>
            <a:r>
              <a:rPr lang="en-US" altLang="ko-KR" sz="5400" dirty="0">
                <a:solidFill>
                  <a:srgbClr val="41502E"/>
                </a:solidFill>
                <a:latin typeface="Gowun Dodum Regular"/>
                <a:ea typeface="Gowun Dodum Regular"/>
                <a:cs typeface="Gowun Dodum Regular"/>
              </a:rPr>
              <a:t>3.</a:t>
            </a:r>
            <a:r>
              <a:rPr lang="ko-KR" altLang="en-US" sz="5400" dirty="0">
                <a:solidFill>
                  <a:srgbClr val="41502E"/>
                </a:solidFill>
                <a:latin typeface="Gowun Dodum Regular"/>
                <a:ea typeface="Gowun Dodum Regular"/>
                <a:cs typeface="Gowun Dodum Regular"/>
              </a:rPr>
              <a:t> 구현</a:t>
            </a:r>
            <a:endParaRPr lang="en-US" sz="5400" dirty="0">
              <a:solidFill>
                <a:srgbClr val="41502E"/>
              </a:solidFill>
              <a:latin typeface="Gowun Dodum Regular"/>
              <a:ea typeface="Gowun Dodum Regular"/>
              <a:cs typeface="Gowun Dodum Regular"/>
            </a:endParaRPr>
          </a:p>
        </p:txBody>
      </p:sp>
      <p:sp>
        <p:nvSpPr>
          <p:cNvPr id="44" name="TextBox 32">
            <a:extLst>
              <a:ext uri="{FF2B5EF4-FFF2-40B4-BE49-F238E27FC236}">
                <a16:creationId xmlns:a16="http://schemas.microsoft.com/office/drawing/2014/main" id="{2F230A30-1831-04CE-6891-AA4D01566A7B}"/>
              </a:ext>
            </a:extLst>
          </p:cNvPr>
          <p:cNvSpPr txBox="1"/>
          <p:nvPr/>
        </p:nvSpPr>
        <p:spPr>
          <a:xfrm>
            <a:off x="14205753" y="7739283"/>
            <a:ext cx="5538164" cy="647007"/>
          </a:xfrm>
          <a:prstGeom prst="rect">
            <a:avLst/>
          </a:prstGeom>
        </p:spPr>
        <p:txBody>
          <a:bodyPr lIns="0" tIns="0" rIns="0" bIns="0" rtlCol="0" anchor="t"/>
          <a:lstStyle/>
          <a:p>
            <a:pPr>
              <a:lnSpc>
                <a:spcPct val="116199"/>
              </a:lnSpc>
            </a:pPr>
            <a:r>
              <a:rPr lang="en-US" altLang="ko-KR" sz="5400" dirty="0">
                <a:solidFill>
                  <a:srgbClr val="41502E"/>
                </a:solidFill>
                <a:latin typeface="Gowun Dodum Regular"/>
                <a:ea typeface="Gowun Dodum Regular"/>
                <a:cs typeface="Gowun Dodum Regular"/>
              </a:rPr>
              <a:t>4.</a:t>
            </a:r>
            <a:r>
              <a:rPr lang="ko-KR" altLang="en-US" sz="5400" dirty="0">
                <a:solidFill>
                  <a:srgbClr val="41502E"/>
                </a:solidFill>
                <a:latin typeface="Gowun Dodum Regular"/>
                <a:ea typeface="Gowun Dodum Regular"/>
                <a:cs typeface="Gowun Dodum Regular"/>
              </a:rPr>
              <a:t> 결과</a:t>
            </a:r>
            <a:endParaRPr lang="en-US" sz="5400" dirty="0">
              <a:solidFill>
                <a:srgbClr val="41502E"/>
              </a:solidFill>
              <a:latin typeface="Gowun Dodum Regular"/>
              <a:ea typeface="Gowun Dodum Regular"/>
              <a:cs typeface="Gowun Dodum Regular"/>
            </a:endParaRPr>
          </a:p>
        </p:txBody>
      </p:sp>
      <p:sp>
        <p:nvSpPr>
          <p:cNvPr id="45" name="TextBox 32">
            <a:extLst>
              <a:ext uri="{FF2B5EF4-FFF2-40B4-BE49-F238E27FC236}">
                <a16:creationId xmlns:a16="http://schemas.microsoft.com/office/drawing/2014/main" id="{D9AB5707-87EF-58A4-60C6-996D321FA702}"/>
              </a:ext>
            </a:extLst>
          </p:cNvPr>
          <p:cNvSpPr txBox="1"/>
          <p:nvPr/>
        </p:nvSpPr>
        <p:spPr>
          <a:xfrm>
            <a:off x="14210160" y="9596195"/>
            <a:ext cx="5538164" cy="647007"/>
          </a:xfrm>
          <a:prstGeom prst="rect">
            <a:avLst/>
          </a:prstGeom>
        </p:spPr>
        <p:txBody>
          <a:bodyPr lIns="0" tIns="0" rIns="0" bIns="0" rtlCol="0" anchor="t"/>
          <a:lstStyle/>
          <a:p>
            <a:pPr>
              <a:lnSpc>
                <a:spcPct val="116199"/>
              </a:lnSpc>
            </a:pPr>
            <a:r>
              <a:rPr lang="en-US" altLang="ko-KR" sz="5400" dirty="0">
                <a:solidFill>
                  <a:srgbClr val="41502E"/>
                </a:solidFill>
                <a:latin typeface="Gowun Dodum Regular"/>
                <a:ea typeface="Gowun Dodum Regular"/>
                <a:cs typeface="Gowun Dodum Regular"/>
              </a:rPr>
              <a:t>5.</a:t>
            </a:r>
            <a:r>
              <a:rPr lang="ko-KR" altLang="en-US" sz="5400" dirty="0">
                <a:solidFill>
                  <a:srgbClr val="41502E"/>
                </a:solidFill>
                <a:latin typeface="Gowun Dodum Regular"/>
                <a:ea typeface="Gowun Dodum Regular"/>
                <a:cs typeface="Gowun Dodum Regular"/>
              </a:rPr>
              <a:t> 결론</a:t>
            </a:r>
            <a:endParaRPr lang="en-US" sz="5400" dirty="0">
              <a:solidFill>
                <a:srgbClr val="41502E"/>
              </a:solidFill>
              <a:latin typeface="Gowun Dodum Regular"/>
              <a:ea typeface="Gowun Dodum Regular"/>
              <a:cs typeface="Gowun Dodum Regular"/>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6F1EF"/>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2">
            <a:alphaModFix amt="62000"/>
          </a:blip>
          <a:stretch>
            <a:fillRect/>
          </a:stretch>
        </p:blipFill>
        <p:spPr>
          <a:xfrm>
            <a:off x="-12700" y="-12700"/>
            <a:ext cx="24409400" cy="13741400"/>
          </a:xfrm>
          <a:prstGeom prst="rect">
            <a:avLst/>
          </a:prstGeom>
        </p:spPr>
      </p:pic>
      <p:pic>
        <p:nvPicPr>
          <p:cNvPr id="3" name="Picture 3"/>
          <p:cNvPicPr>
            <a:picLocks noChangeAspect="1"/>
          </p:cNvPicPr>
          <p:nvPr/>
        </p:nvPicPr>
        <p:blipFill>
          <a:blip r:embed="rId3"/>
          <a:stretch>
            <a:fillRect/>
          </a:stretch>
        </p:blipFill>
        <p:spPr>
          <a:xfrm rot="1837364">
            <a:off x="4064000" y="-1549400"/>
            <a:ext cx="5511800" cy="3797300"/>
          </a:xfrm>
          <a:prstGeom prst="rect">
            <a:avLst/>
          </a:prstGeom>
        </p:spPr>
      </p:pic>
      <p:pic>
        <p:nvPicPr>
          <p:cNvPr id="4" name="Picture 4"/>
          <p:cNvPicPr>
            <a:picLocks noChangeAspect="1"/>
          </p:cNvPicPr>
          <p:nvPr/>
        </p:nvPicPr>
        <p:blipFill>
          <a:blip r:embed="rId4"/>
          <a:stretch>
            <a:fillRect/>
          </a:stretch>
        </p:blipFill>
        <p:spPr>
          <a:xfrm>
            <a:off x="-787400" y="114300"/>
            <a:ext cx="2743200" cy="3683000"/>
          </a:xfrm>
          <a:prstGeom prst="rect">
            <a:avLst/>
          </a:prstGeom>
        </p:spPr>
      </p:pic>
      <p:sp>
        <p:nvSpPr>
          <p:cNvPr id="9" name="TextBox 9"/>
          <p:cNvSpPr txBox="1"/>
          <p:nvPr/>
        </p:nvSpPr>
        <p:spPr>
          <a:xfrm>
            <a:off x="1955800" y="3541478"/>
            <a:ext cx="11582400" cy="1320800"/>
          </a:xfrm>
          <a:prstGeom prst="rect">
            <a:avLst/>
          </a:prstGeom>
        </p:spPr>
        <p:txBody>
          <a:bodyPr lIns="0" tIns="0" rIns="0" bIns="0" rtlCol="0" anchor="t"/>
          <a:lstStyle/>
          <a:p>
            <a:pPr lvl="0" algn="l">
              <a:lnSpc>
                <a:spcPct val="116199"/>
              </a:lnSpc>
            </a:pPr>
            <a:r>
              <a:rPr lang="ko-KR" altLang="en-US" sz="8000" dirty="0">
                <a:solidFill>
                  <a:srgbClr val="41502E"/>
                </a:solidFill>
                <a:latin typeface="Gowun Dodum Regular"/>
                <a:ea typeface="Gowun Dodum Regular"/>
                <a:cs typeface="Gowun Dodum Regular"/>
              </a:rPr>
              <a:t>팀 구성 및 역할분담</a:t>
            </a:r>
            <a:endParaRPr lang="en-US" sz="8000" b="0" i="0" u="none" strike="noStrike" dirty="0">
              <a:solidFill>
                <a:srgbClr val="41502E"/>
              </a:solidFill>
              <a:latin typeface="Gowun Dodum Regular"/>
              <a:ea typeface="Gowun Dodum Regular"/>
              <a:cs typeface="Gowun Dodum Regular"/>
            </a:endParaRPr>
          </a:p>
        </p:txBody>
      </p:sp>
      <p:sp>
        <p:nvSpPr>
          <p:cNvPr id="19" name="TextBox 18">
            <a:extLst>
              <a:ext uri="{FF2B5EF4-FFF2-40B4-BE49-F238E27FC236}">
                <a16:creationId xmlns:a16="http://schemas.microsoft.com/office/drawing/2014/main" id="{456A0090-A91B-52F3-AD32-AD74B20FACA1}"/>
              </a:ext>
            </a:extLst>
          </p:cNvPr>
          <p:cNvSpPr txBox="1"/>
          <p:nvPr/>
        </p:nvSpPr>
        <p:spPr>
          <a:xfrm>
            <a:off x="2590800" y="5846889"/>
            <a:ext cx="12603480" cy="816121"/>
          </a:xfrm>
          <a:prstGeom prst="rect">
            <a:avLst/>
          </a:prstGeom>
          <a:noFill/>
        </p:spPr>
        <p:txBody>
          <a:bodyPr wrap="square">
            <a:spAutoFit/>
          </a:bodyPr>
          <a:lstStyle/>
          <a:p>
            <a:pPr lvl="0">
              <a:lnSpc>
                <a:spcPct val="116199"/>
              </a:lnSpc>
            </a:pPr>
            <a:r>
              <a:rPr lang="ko-KR" altLang="en-US" sz="4400" dirty="0">
                <a:solidFill>
                  <a:srgbClr val="41502E"/>
                </a:solidFill>
                <a:latin typeface="Gowun Dodum Regular"/>
                <a:ea typeface="Gowun Dodum Regular"/>
                <a:cs typeface="Gowun Dodum Regular"/>
              </a:rPr>
              <a:t>김민정 </a:t>
            </a:r>
            <a:r>
              <a:rPr lang="en-US" altLang="ko-KR" sz="4400" dirty="0">
                <a:solidFill>
                  <a:srgbClr val="41502E"/>
                </a:solidFill>
                <a:latin typeface="Gowun Dodum Regular"/>
                <a:ea typeface="Gowun Dodum Regular"/>
                <a:cs typeface="Gowun Dodum Regular"/>
              </a:rPr>
              <a:t>-</a:t>
            </a:r>
            <a:r>
              <a:rPr lang="ko-KR" altLang="en-US" sz="4400" dirty="0">
                <a:solidFill>
                  <a:srgbClr val="41502E"/>
                </a:solidFill>
                <a:latin typeface="Gowun Dodum Regular"/>
                <a:ea typeface="Gowun Dodum Regular"/>
                <a:cs typeface="Gowun Dodum Regular"/>
              </a:rPr>
              <a:t>   </a:t>
            </a:r>
            <a:endParaRPr lang="en-US" sz="4400" dirty="0">
              <a:solidFill>
                <a:srgbClr val="41502E"/>
              </a:solidFill>
              <a:latin typeface="Gowun Dodum Regular"/>
              <a:ea typeface="Gowun Dodum Regular"/>
              <a:cs typeface="Gowun Dodum Regular"/>
            </a:endParaRPr>
          </a:p>
        </p:txBody>
      </p:sp>
      <p:sp>
        <p:nvSpPr>
          <p:cNvPr id="20" name="TextBox 19">
            <a:extLst>
              <a:ext uri="{FF2B5EF4-FFF2-40B4-BE49-F238E27FC236}">
                <a16:creationId xmlns:a16="http://schemas.microsoft.com/office/drawing/2014/main" id="{5D2F892A-47BB-8FEF-3475-1D44D3A0F02C}"/>
              </a:ext>
            </a:extLst>
          </p:cNvPr>
          <p:cNvSpPr txBox="1"/>
          <p:nvPr/>
        </p:nvSpPr>
        <p:spPr>
          <a:xfrm>
            <a:off x="2560320" y="7831923"/>
            <a:ext cx="12603480" cy="816121"/>
          </a:xfrm>
          <a:prstGeom prst="rect">
            <a:avLst/>
          </a:prstGeom>
          <a:noFill/>
        </p:spPr>
        <p:txBody>
          <a:bodyPr wrap="square">
            <a:spAutoFit/>
          </a:bodyPr>
          <a:lstStyle/>
          <a:p>
            <a:pPr lvl="0">
              <a:lnSpc>
                <a:spcPct val="116199"/>
              </a:lnSpc>
            </a:pPr>
            <a:r>
              <a:rPr lang="ko-KR" altLang="en-US" sz="4400" dirty="0">
                <a:solidFill>
                  <a:srgbClr val="41502E"/>
                </a:solidFill>
                <a:latin typeface="Gowun Dodum Regular"/>
                <a:ea typeface="Gowun Dodum Regular"/>
                <a:cs typeface="Gowun Dodum Regular"/>
              </a:rPr>
              <a:t>김보민 </a:t>
            </a:r>
            <a:r>
              <a:rPr lang="en-US" altLang="ko-KR" sz="4400" dirty="0">
                <a:solidFill>
                  <a:srgbClr val="41502E"/>
                </a:solidFill>
                <a:latin typeface="Gowun Dodum Regular"/>
                <a:ea typeface="Gowun Dodum Regular"/>
                <a:cs typeface="Gowun Dodum Regular"/>
              </a:rPr>
              <a:t>–</a:t>
            </a:r>
            <a:r>
              <a:rPr lang="ko-KR" altLang="en-US" sz="4400" dirty="0">
                <a:solidFill>
                  <a:srgbClr val="41502E"/>
                </a:solidFill>
                <a:latin typeface="Gowun Dodum Regular"/>
                <a:ea typeface="Gowun Dodum Regular"/>
                <a:cs typeface="Gowun Dodum Regular"/>
              </a:rPr>
              <a:t> 데이터 수집 및 </a:t>
            </a:r>
            <a:r>
              <a:rPr lang="ko-KR" altLang="en-US" sz="4400" dirty="0" err="1">
                <a:solidFill>
                  <a:srgbClr val="41502E"/>
                </a:solidFill>
                <a:latin typeface="Gowun Dodum Regular"/>
                <a:ea typeface="Gowun Dodum Regular"/>
                <a:cs typeface="Gowun Dodum Regular"/>
              </a:rPr>
              <a:t>프론트엔드</a:t>
            </a:r>
            <a:r>
              <a:rPr lang="ko-KR" altLang="en-US" sz="4400" dirty="0">
                <a:solidFill>
                  <a:srgbClr val="41502E"/>
                </a:solidFill>
                <a:latin typeface="Gowun Dodum Regular"/>
                <a:ea typeface="Gowun Dodum Regular"/>
                <a:cs typeface="Gowun Dodum Regular"/>
              </a:rPr>
              <a:t> 구현 </a:t>
            </a:r>
            <a:endParaRPr lang="en-US" sz="4400" dirty="0">
              <a:solidFill>
                <a:srgbClr val="41502E"/>
              </a:solidFill>
              <a:latin typeface="Gowun Dodum Regular"/>
              <a:ea typeface="Gowun Dodum Regular"/>
              <a:cs typeface="Gowun Dodum Regular"/>
            </a:endParaRPr>
          </a:p>
        </p:txBody>
      </p:sp>
      <p:sp>
        <p:nvSpPr>
          <p:cNvPr id="21" name="TextBox 20">
            <a:extLst>
              <a:ext uri="{FF2B5EF4-FFF2-40B4-BE49-F238E27FC236}">
                <a16:creationId xmlns:a16="http://schemas.microsoft.com/office/drawing/2014/main" id="{69CFA3CE-9168-654C-B7E6-4EA87F55C226}"/>
              </a:ext>
            </a:extLst>
          </p:cNvPr>
          <p:cNvSpPr txBox="1"/>
          <p:nvPr/>
        </p:nvSpPr>
        <p:spPr>
          <a:xfrm>
            <a:off x="2560320" y="9832197"/>
            <a:ext cx="12603480" cy="816121"/>
          </a:xfrm>
          <a:prstGeom prst="rect">
            <a:avLst/>
          </a:prstGeom>
          <a:noFill/>
        </p:spPr>
        <p:txBody>
          <a:bodyPr wrap="square">
            <a:spAutoFit/>
          </a:bodyPr>
          <a:lstStyle/>
          <a:p>
            <a:pPr lvl="0">
              <a:lnSpc>
                <a:spcPct val="116199"/>
              </a:lnSpc>
            </a:pPr>
            <a:r>
              <a:rPr lang="ko-KR" altLang="en-US" sz="4400" dirty="0">
                <a:solidFill>
                  <a:srgbClr val="41502E"/>
                </a:solidFill>
                <a:latin typeface="Gowun Dodum Regular"/>
                <a:ea typeface="Gowun Dodum Regular"/>
                <a:cs typeface="Gowun Dodum Regular"/>
              </a:rPr>
              <a:t>한민희 </a:t>
            </a:r>
            <a:r>
              <a:rPr lang="en-US" altLang="ko-KR" sz="4400" dirty="0">
                <a:solidFill>
                  <a:srgbClr val="41502E"/>
                </a:solidFill>
                <a:latin typeface="Gowun Dodum Regular"/>
                <a:ea typeface="Gowun Dodum Regular"/>
                <a:cs typeface="Gowun Dodum Regular"/>
              </a:rPr>
              <a:t>-</a:t>
            </a:r>
            <a:r>
              <a:rPr lang="ko-KR" altLang="en-US" sz="4400" dirty="0">
                <a:solidFill>
                  <a:srgbClr val="41502E"/>
                </a:solidFill>
                <a:latin typeface="Gowun Dodum Regular"/>
                <a:ea typeface="Gowun Dodum Regular"/>
                <a:cs typeface="Gowun Dodum Regular"/>
              </a:rPr>
              <a:t>  </a:t>
            </a:r>
            <a:endParaRPr lang="en-US" sz="4400" dirty="0">
              <a:solidFill>
                <a:srgbClr val="41502E"/>
              </a:solidFill>
              <a:latin typeface="Gowun Dodum Regular"/>
              <a:ea typeface="Gowun Dodum Regular"/>
              <a:cs typeface="Gowun Dodum Regular"/>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6F1EF"/>
        </a:solidFill>
        <a:effectLst/>
      </p:bgPr>
    </p:bg>
    <p:spTree>
      <p:nvGrpSpPr>
        <p:cNvPr id="1" name="">
          <a:extLst>
            <a:ext uri="{FF2B5EF4-FFF2-40B4-BE49-F238E27FC236}">
              <a16:creationId xmlns:a16="http://schemas.microsoft.com/office/drawing/2014/main" id="{E92172A8-3DA4-00A1-4A6B-7A71268B025F}"/>
            </a:ext>
          </a:extLst>
        </p:cNvPr>
        <p:cNvGrpSpPr/>
        <p:nvPr/>
      </p:nvGrpSpPr>
      <p:grpSpPr>
        <a:xfrm>
          <a:off x="0" y="0"/>
          <a:ext cx="0" cy="0"/>
          <a:chOff x="0" y="0"/>
          <a:chExt cx="0" cy="0"/>
        </a:xfrm>
      </p:grpSpPr>
      <p:pic>
        <p:nvPicPr>
          <p:cNvPr id="2" name="Picture 2">
            <a:extLst>
              <a:ext uri="{FF2B5EF4-FFF2-40B4-BE49-F238E27FC236}">
                <a16:creationId xmlns:a16="http://schemas.microsoft.com/office/drawing/2014/main" id="{DA33C3F4-6005-0793-275A-B2CFAFC7A22B}"/>
              </a:ext>
            </a:extLst>
          </p:cNvPr>
          <p:cNvPicPr>
            <a:picLocks noChangeAspect="1"/>
          </p:cNvPicPr>
          <p:nvPr/>
        </p:nvPicPr>
        <p:blipFill>
          <a:blip r:embed="rId2">
            <a:alphaModFix amt="62000"/>
          </a:blip>
          <a:stretch>
            <a:fillRect/>
          </a:stretch>
        </p:blipFill>
        <p:spPr>
          <a:xfrm>
            <a:off x="-12700" y="-12700"/>
            <a:ext cx="24409400" cy="13741400"/>
          </a:xfrm>
          <a:prstGeom prst="rect">
            <a:avLst/>
          </a:prstGeom>
        </p:spPr>
      </p:pic>
      <p:pic>
        <p:nvPicPr>
          <p:cNvPr id="3" name="Picture 3">
            <a:extLst>
              <a:ext uri="{FF2B5EF4-FFF2-40B4-BE49-F238E27FC236}">
                <a16:creationId xmlns:a16="http://schemas.microsoft.com/office/drawing/2014/main" id="{F78EA010-4AA5-B818-EBC9-2C11867F712F}"/>
              </a:ext>
            </a:extLst>
          </p:cNvPr>
          <p:cNvPicPr>
            <a:picLocks noChangeAspect="1"/>
          </p:cNvPicPr>
          <p:nvPr/>
        </p:nvPicPr>
        <p:blipFill>
          <a:blip r:embed="rId3"/>
          <a:stretch>
            <a:fillRect/>
          </a:stretch>
        </p:blipFill>
        <p:spPr>
          <a:xfrm rot="1837364">
            <a:off x="4064000" y="-1549400"/>
            <a:ext cx="5511800" cy="3797300"/>
          </a:xfrm>
          <a:prstGeom prst="rect">
            <a:avLst/>
          </a:prstGeom>
        </p:spPr>
      </p:pic>
      <p:pic>
        <p:nvPicPr>
          <p:cNvPr id="4" name="Picture 4">
            <a:extLst>
              <a:ext uri="{FF2B5EF4-FFF2-40B4-BE49-F238E27FC236}">
                <a16:creationId xmlns:a16="http://schemas.microsoft.com/office/drawing/2014/main" id="{B85EB1A4-0748-86FD-7488-6A8C045E0B8D}"/>
              </a:ext>
            </a:extLst>
          </p:cNvPr>
          <p:cNvPicPr>
            <a:picLocks noChangeAspect="1"/>
          </p:cNvPicPr>
          <p:nvPr/>
        </p:nvPicPr>
        <p:blipFill>
          <a:blip r:embed="rId4"/>
          <a:stretch>
            <a:fillRect/>
          </a:stretch>
        </p:blipFill>
        <p:spPr>
          <a:xfrm>
            <a:off x="-787400" y="114300"/>
            <a:ext cx="2743200" cy="3683000"/>
          </a:xfrm>
          <a:prstGeom prst="rect">
            <a:avLst/>
          </a:prstGeom>
        </p:spPr>
      </p:pic>
      <p:pic>
        <p:nvPicPr>
          <p:cNvPr id="5" name="Picture 4">
            <a:extLst>
              <a:ext uri="{FF2B5EF4-FFF2-40B4-BE49-F238E27FC236}">
                <a16:creationId xmlns:a16="http://schemas.microsoft.com/office/drawing/2014/main" id="{3ABEFCBC-3F81-C692-38AE-DB558A92983A}"/>
              </a:ext>
            </a:extLst>
          </p:cNvPr>
          <p:cNvPicPr>
            <a:picLocks noChangeAspect="1"/>
          </p:cNvPicPr>
          <p:nvPr/>
        </p:nvPicPr>
        <p:blipFill>
          <a:blip r:embed="rId5"/>
          <a:stretch>
            <a:fillRect/>
          </a:stretch>
        </p:blipFill>
        <p:spPr>
          <a:xfrm>
            <a:off x="11539980" y="1368699"/>
            <a:ext cx="12369693" cy="7772400"/>
          </a:xfrm>
          <a:prstGeom prst="rect">
            <a:avLst/>
          </a:prstGeom>
        </p:spPr>
      </p:pic>
      <p:pic>
        <p:nvPicPr>
          <p:cNvPr id="7" name="Picture 6">
            <a:extLst>
              <a:ext uri="{FF2B5EF4-FFF2-40B4-BE49-F238E27FC236}">
                <a16:creationId xmlns:a16="http://schemas.microsoft.com/office/drawing/2014/main" id="{491C462D-6008-9A12-5D32-3566DEF8156A}"/>
              </a:ext>
            </a:extLst>
          </p:cNvPr>
          <p:cNvPicPr>
            <a:picLocks noChangeAspect="1"/>
          </p:cNvPicPr>
          <p:nvPr/>
        </p:nvPicPr>
        <p:blipFill>
          <a:blip r:embed="rId6">
            <a:extLst>
              <a:ext uri="{28A0092B-C50C-407E-A947-70E740481C1C}">
                <a14:useLocalDpi xmlns:a14="http://schemas.microsoft.com/office/drawing/2010/main" val="0"/>
              </a:ext>
            </a:extLst>
          </a:blip>
          <a:srcRect t="6819" r="249" b="2273"/>
          <a:stretch>
            <a:fillRect/>
          </a:stretch>
        </p:blipFill>
        <p:spPr>
          <a:xfrm>
            <a:off x="6325265" y="3310750"/>
            <a:ext cx="4745548" cy="9402939"/>
          </a:xfrm>
          <a:prstGeom prst="rect">
            <a:avLst/>
          </a:prstGeom>
        </p:spPr>
      </p:pic>
      <p:pic>
        <p:nvPicPr>
          <p:cNvPr id="10" name="Picture 9">
            <a:extLst>
              <a:ext uri="{FF2B5EF4-FFF2-40B4-BE49-F238E27FC236}">
                <a16:creationId xmlns:a16="http://schemas.microsoft.com/office/drawing/2014/main" id="{AC6F5C8F-9711-BBDB-D3E1-8148553A1BE4}"/>
              </a:ext>
            </a:extLst>
          </p:cNvPr>
          <p:cNvPicPr>
            <a:picLocks noChangeAspect="1"/>
          </p:cNvPicPr>
          <p:nvPr/>
        </p:nvPicPr>
        <p:blipFill>
          <a:blip r:embed="rId7">
            <a:extLst>
              <a:ext uri="{28A0092B-C50C-407E-A947-70E740481C1C}">
                <a14:useLocalDpi xmlns:a14="http://schemas.microsoft.com/office/drawing/2010/main" val="0"/>
              </a:ext>
            </a:extLst>
          </a:blip>
          <a:srcRect t="7061" b="2029"/>
          <a:stretch>
            <a:fillRect/>
          </a:stretch>
        </p:blipFill>
        <p:spPr>
          <a:xfrm>
            <a:off x="1106298" y="1368699"/>
            <a:ext cx="4749800" cy="9387894"/>
          </a:xfrm>
          <a:prstGeom prst="rect">
            <a:avLst/>
          </a:prstGeom>
        </p:spPr>
      </p:pic>
    </p:spTree>
    <p:extLst>
      <p:ext uri="{BB962C8B-B14F-4D97-AF65-F5344CB8AC3E}">
        <p14:creationId xmlns:p14="http://schemas.microsoft.com/office/powerpoint/2010/main" val="97509316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6F1EF"/>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2">
            <a:alphaModFix amt="62000"/>
          </a:blip>
          <a:stretch>
            <a:fillRect/>
          </a:stretch>
        </p:blipFill>
        <p:spPr>
          <a:xfrm>
            <a:off x="-12700" y="-12700"/>
            <a:ext cx="24409400" cy="13741400"/>
          </a:xfrm>
          <a:prstGeom prst="rect">
            <a:avLst/>
          </a:prstGeom>
        </p:spPr>
      </p:pic>
      <p:pic>
        <p:nvPicPr>
          <p:cNvPr id="6" name="Picture 6"/>
          <p:cNvPicPr>
            <a:picLocks noChangeAspect="1"/>
          </p:cNvPicPr>
          <p:nvPr/>
        </p:nvPicPr>
        <p:blipFill>
          <a:blip r:embed="rId3"/>
          <a:stretch>
            <a:fillRect/>
          </a:stretch>
        </p:blipFill>
        <p:spPr>
          <a:xfrm>
            <a:off x="-787400" y="114300"/>
            <a:ext cx="2743200" cy="3683000"/>
          </a:xfrm>
          <a:prstGeom prst="rect">
            <a:avLst/>
          </a:prstGeom>
        </p:spPr>
      </p:pic>
      <p:pic>
        <p:nvPicPr>
          <p:cNvPr id="7" name="Picture 7"/>
          <p:cNvPicPr>
            <a:picLocks noChangeAspect="1"/>
          </p:cNvPicPr>
          <p:nvPr/>
        </p:nvPicPr>
        <p:blipFill>
          <a:blip r:embed="rId4"/>
          <a:stretch>
            <a:fillRect/>
          </a:stretch>
        </p:blipFill>
        <p:spPr>
          <a:xfrm rot="11556445">
            <a:off x="22085300" y="9791700"/>
            <a:ext cx="2743200" cy="3683000"/>
          </a:xfrm>
          <a:prstGeom prst="rect">
            <a:avLst/>
          </a:prstGeom>
        </p:spPr>
      </p:pic>
      <p:pic>
        <p:nvPicPr>
          <p:cNvPr id="20" name="Picture 19">
            <a:extLst>
              <a:ext uri="{FF2B5EF4-FFF2-40B4-BE49-F238E27FC236}">
                <a16:creationId xmlns:a16="http://schemas.microsoft.com/office/drawing/2014/main" id="{A8F647F2-D145-FE66-56CB-98EE06E67E14}"/>
              </a:ext>
            </a:extLst>
          </p:cNvPr>
          <p:cNvPicPr>
            <a:picLocks noChangeAspect="1"/>
          </p:cNvPicPr>
          <p:nvPr/>
        </p:nvPicPr>
        <p:blipFill>
          <a:blip r:embed="rId5"/>
          <a:stretch>
            <a:fillRect/>
          </a:stretch>
        </p:blipFill>
        <p:spPr>
          <a:xfrm>
            <a:off x="3174303" y="457200"/>
            <a:ext cx="18154774" cy="12255981"/>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6F1EF"/>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2">
            <a:alphaModFix amt="62000"/>
          </a:blip>
          <a:stretch>
            <a:fillRect/>
          </a:stretch>
        </p:blipFill>
        <p:spPr>
          <a:xfrm>
            <a:off x="-12700" y="-12700"/>
            <a:ext cx="24409400" cy="13741400"/>
          </a:xfrm>
          <a:prstGeom prst="rect">
            <a:avLst/>
          </a:prstGeom>
        </p:spPr>
      </p:pic>
      <p:pic>
        <p:nvPicPr>
          <p:cNvPr id="3" name="Picture 3"/>
          <p:cNvPicPr>
            <a:picLocks noChangeAspect="1"/>
          </p:cNvPicPr>
          <p:nvPr/>
        </p:nvPicPr>
        <p:blipFill>
          <a:blip r:embed="rId3"/>
          <a:stretch>
            <a:fillRect/>
          </a:stretch>
        </p:blipFill>
        <p:spPr>
          <a:xfrm rot="2793368">
            <a:off x="22961600" y="9791700"/>
            <a:ext cx="4495800" cy="4813300"/>
          </a:xfrm>
          <a:prstGeom prst="rect">
            <a:avLst/>
          </a:prstGeom>
        </p:spPr>
      </p:pic>
      <p:pic>
        <p:nvPicPr>
          <p:cNvPr id="4" name="Picture 4"/>
          <p:cNvPicPr>
            <a:picLocks noChangeAspect="1"/>
          </p:cNvPicPr>
          <p:nvPr/>
        </p:nvPicPr>
        <p:blipFill>
          <a:blip r:embed="rId4">
            <a:alphaModFix amt="70000"/>
          </a:blip>
          <a:stretch>
            <a:fillRect/>
          </a:stretch>
        </p:blipFill>
        <p:spPr>
          <a:xfrm rot="287053">
            <a:off x="19177000" y="11645900"/>
            <a:ext cx="5702300" cy="3911600"/>
          </a:xfrm>
          <a:prstGeom prst="rect">
            <a:avLst/>
          </a:prstGeom>
        </p:spPr>
      </p:pic>
      <p:pic>
        <p:nvPicPr>
          <p:cNvPr id="5" name="Picture 5"/>
          <p:cNvPicPr>
            <a:picLocks noChangeAspect="1"/>
          </p:cNvPicPr>
          <p:nvPr/>
        </p:nvPicPr>
        <p:blipFill>
          <a:blip r:embed="rId5"/>
          <a:stretch>
            <a:fillRect/>
          </a:stretch>
        </p:blipFill>
        <p:spPr>
          <a:xfrm rot="1837364">
            <a:off x="4064000" y="-1549400"/>
            <a:ext cx="5511800" cy="3797300"/>
          </a:xfrm>
          <a:prstGeom prst="rect">
            <a:avLst/>
          </a:prstGeom>
        </p:spPr>
      </p:pic>
      <p:pic>
        <p:nvPicPr>
          <p:cNvPr id="6" name="Picture 6"/>
          <p:cNvPicPr>
            <a:picLocks noChangeAspect="1"/>
          </p:cNvPicPr>
          <p:nvPr/>
        </p:nvPicPr>
        <p:blipFill>
          <a:blip r:embed="rId6"/>
          <a:stretch>
            <a:fillRect/>
          </a:stretch>
        </p:blipFill>
        <p:spPr>
          <a:xfrm>
            <a:off x="-787400" y="114300"/>
            <a:ext cx="2743200" cy="3683000"/>
          </a:xfrm>
          <a:prstGeom prst="rect">
            <a:avLst/>
          </a:prstGeom>
        </p:spPr>
      </p:pic>
      <p:pic>
        <p:nvPicPr>
          <p:cNvPr id="7" name="Picture 7"/>
          <p:cNvPicPr>
            <a:picLocks noChangeAspect="1"/>
          </p:cNvPicPr>
          <p:nvPr/>
        </p:nvPicPr>
        <p:blipFill>
          <a:blip r:embed="rId7"/>
          <a:stretch>
            <a:fillRect/>
          </a:stretch>
        </p:blipFill>
        <p:spPr>
          <a:xfrm rot="11556445">
            <a:off x="22085300" y="9791700"/>
            <a:ext cx="2743200" cy="3683000"/>
          </a:xfrm>
          <a:prstGeom prst="rect">
            <a:avLst/>
          </a:prstGeom>
        </p:spPr>
      </p:pic>
      <p:pic>
        <p:nvPicPr>
          <p:cNvPr id="8" name="Picture 8"/>
          <p:cNvPicPr>
            <a:picLocks noChangeAspect="1"/>
          </p:cNvPicPr>
          <p:nvPr/>
        </p:nvPicPr>
        <p:blipFill>
          <a:blip r:embed="rId8">
            <a:alphaModFix amt="44000"/>
          </a:blip>
          <a:stretch>
            <a:fillRect/>
          </a:stretch>
        </p:blipFill>
        <p:spPr>
          <a:xfrm>
            <a:off x="2349500" y="7696200"/>
            <a:ext cx="6096000" cy="4076700"/>
          </a:xfrm>
          <a:prstGeom prst="rect">
            <a:avLst/>
          </a:prstGeom>
        </p:spPr>
      </p:pic>
      <p:pic>
        <p:nvPicPr>
          <p:cNvPr id="9" name="Picture 9"/>
          <p:cNvPicPr>
            <a:picLocks noChangeAspect="1"/>
          </p:cNvPicPr>
          <p:nvPr/>
        </p:nvPicPr>
        <p:blipFill>
          <a:blip r:embed="rId8">
            <a:alphaModFix amt="44000"/>
          </a:blip>
          <a:stretch>
            <a:fillRect/>
          </a:stretch>
        </p:blipFill>
        <p:spPr>
          <a:xfrm>
            <a:off x="9398000" y="7696200"/>
            <a:ext cx="6096000" cy="4076700"/>
          </a:xfrm>
          <a:prstGeom prst="rect">
            <a:avLst/>
          </a:prstGeom>
        </p:spPr>
      </p:pic>
      <p:pic>
        <p:nvPicPr>
          <p:cNvPr id="10" name="Picture 10"/>
          <p:cNvPicPr>
            <a:picLocks noChangeAspect="1"/>
          </p:cNvPicPr>
          <p:nvPr/>
        </p:nvPicPr>
        <p:blipFill>
          <a:blip r:embed="rId8">
            <a:alphaModFix amt="44000"/>
          </a:blip>
          <a:stretch>
            <a:fillRect/>
          </a:stretch>
        </p:blipFill>
        <p:spPr>
          <a:xfrm>
            <a:off x="16446500" y="7696200"/>
            <a:ext cx="6096000" cy="4076700"/>
          </a:xfrm>
          <a:prstGeom prst="rect">
            <a:avLst/>
          </a:prstGeom>
        </p:spPr>
      </p:pic>
      <p:pic>
        <p:nvPicPr>
          <p:cNvPr id="11" name="Picture 11"/>
          <p:cNvPicPr>
            <a:picLocks noChangeAspect="1"/>
          </p:cNvPicPr>
          <p:nvPr/>
        </p:nvPicPr>
        <p:blipFill>
          <a:blip r:embed="rId9"/>
          <a:stretch>
            <a:fillRect/>
          </a:stretch>
        </p:blipFill>
        <p:spPr>
          <a:xfrm>
            <a:off x="21717000" y="7493000"/>
            <a:ext cx="342900" cy="863600"/>
          </a:xfrm>
          <a:prstGeom prst="rect">
            <a:avLst/>
          </a:prstGeom>
        </p:spPr>
      </p:pic>
      <p:pic>
        <p:nvPicPr>
          <p:cNvPr id="12" name="Picture 12"/>
          <p:cNvPicPr>
            <a:picLocks noChangeAspect="1"/>
          </p:cNvPicPr>
          <p:nvPr/>
        </p:nvPicPr>
        <p:blipFill>
          <a:blip r:embed="rId9"/>
          <a:stretch>
            <a:fillRect/>
          </a:stretch>
        </p:blipFill>
        <p:spPr>
          <a:xfrm>
            <a:off x="14541500" y="7493000"/>
            <a:ext cx="342900" cy="863600"/>
          </a:xfrm>
          <a:prstGeom prst="rect">
            <a:avLst/>
          </a:prstGeom>
        </p:spPr>
      </p:pic>
      <p:pic>
        <p:nvPicPr>
          <p:cNvPr id="13" name="Picture 13"/>
          <p:cNvPicPr>
            <a:picLocks noChangeAspect="1"/>
          </p:cNvPicPr>
          <p:nvPr/>
        </p:nvPicPr>
        <p:blipFill>
          <a:blip r:embed="rId9"/>
          <a:stretch>
            <a:fillRect/>
          </a:stretch>
        </p:blipFill>
        <p:spPr>
          <a:xfrm>
            <a:off x="7454900" y="7493000"/>
            <a:ext cx="342900" cy="863600"/>
          </a:xfrm>
          <a:prstGeom prst="rect">
            <a:avLst/>
          </a:prstGeom>
        </p:spPr>
      </p:pic>
      <p:pic>
        <p:nvPicPr>
          <p:cNvPr id="14" name="Picture 14"/>
          <p:cNvPicPr>
            <a:picLocks noChangeAspect="1"/>
          </p:cNvPicPr>
          <p:nvPr/>
        </p:nvPicPr>
        <p:blipFill>
          <a:blip r:embed="rId10"/>
          <a:stretch>
            <a:fillRect/>
          </a:stretch>
        </p:blipFill>
        <p:spPr>
          <a:xfrm>
            <a:off x="4889500" y="8496300"/>
            <a:ext cx="850900" cy="495300"/>
          </a:xfrm>
          <a:prstGeom prst="rect">
            <a:avLst/>
          </a:prstGeom>
        </p:spPr>
      </p:pic>
      <p:pic>
        <p:nvPicPr>
          <p:cNvPr id="15" name="Picture 15"/>
          <p:cNvPicPr>
            <a:picLocks noChangeAspect="1"/>
          </p:cNvPicPr>
          <p:nvPr/>
        </p:nvPicPr>
        <p:blipFill>
          <a:blip r:embed="rId11"/>
          <a:stretch>
            <a:fillRect/>
          </a:stretch>
        </p:blipFill>
        <p:spPr>
          <a:xfrm>
            <a:off x="12014200" y="8382000"/>
            <a:ext cx="698500" cy="698500"/>
          </a:xfrm>
          <a:prstGeom prst="rect">
            <a:avLst/>
          </a:prstGeom>
        </p:spPr>
      </p:pic>
      <p:pic>
        <p:nvPicPr>
          <p:cNvPr id="16" name="Picture 16"/>
          <p:cNvPicPr>
            <a:picLocks noChangeAspect="1"/>
          </p:cNvPicPr>
          <p:nvPr/>
        </p:nvPicPr>
        <p:blipFill>
          <a:blip r:embed="rId12"/>
          <a:stretch>
            <a:fillRect/>
          </a:stretch>
        </p:blipFill>
        <p:spPr>
          <a:xfrm>
            <a:off x="19253200" y="8496300"/>
            <a:ext cx="495300" cy="673100"/>
          </a:xfrm>
          <a:prstGeom prst="rect">
            <a:avLst/>
          </a:prstGeom>
        </p:spPr>
      </p:pic>
      <p:sp>
        <p:nvSpPr>
          <p:cNvPr id="17" name="TextBox 17"/>
          <p:cNvSpPr txBox="1"/>
          <p:nvPr/>
        </p:nvSpPr>
        <p:spPr>
          <a:xfrm>
            <a:off x="2349500" y="4965700"/>
            <a:ext cx="9194800" cy="1320800"/>
          </a:xfrm>
          <a:prstGeom prst="rect">
            <a:avLst/>
          </a:prstGeom>
        </p:spPr>
        <p:txBody>
          <a:bodyPr lIns="0" tIns="0" rIns="0" bIns="0" rtlCol="0" anchor="t"/>
          <a:lstStyle/>
          <a:p>
            <a:pPr lvl="0" algn="l">
              <a:lnSpc>
                <a:spcPct val="116199"/>
              </a:lnSpc>
            </a:pPr>
            <a:r>
              <a:rPr lang="en-US" sz="6666" b="0" i="0" u="none" strike="noStrike">
                <a:solidFill>
                  <a:srgbClr val="41502E"/>
                </a:solidFill>
                <a:latin typeface="Gowun Dodum Regular"/>
                <a:ea typeface="Gowun Dodum Regular"/>
                <a:cs typeface="Gowun Dodum Regular"/>
              </a:rPr>
              <a:t>Our Essential Values</a:t>
            </a:r>
          </a:p>
        </p:txBody>
      </p:sp>
      <p:sp>
        <p:nvSpPr>
          <p:cNvPr id="18" name="TextBox 18"/>
          <p:cNvSpPr txBox="1"/>
          <p:nvPr/>
        </p:nvSpPr>
        <p:spPr>
          <a:xfrm>
            <a:off x="4229100" y="9220200"/>
            <a:ext cx="2159000" cy="622300"/>
          </a:xfrm>
          <a:prstGeom prst="rect">
            <a:avLst/>
          </a:prstGeom>
        </p:spPr>
        <p:txBody>
          <a:bodyPr lIns="0" tIns="0" rIns="0" bIns="0" rtlCol="0" anchor="t"/>
          <a:lstStyle/>
          <a:p>
            <a:pPr lvl="0" algn="ctr">
              <a:lnSpc>
                <a:spcPct val="116199"/>
              </a:lnSpc>
            </a:pPr>
            <a:r>
              <a:rPr lang="en-US" sz="3333" b="0" i="0" u="none" strike="noStrike">
                <a:solidFill>
                  <a:srgbClr val="595959"/>
                </a:solidFill>
                <a:latin typeface="Pretendard Regular"/>
                <a:ea typeface="Pretendard Regular"/>
                <a:cs typeface="Pretendard Regular"/>
              </a:rPr>
              <a:t>Insight</a:t>
            </a:r>
          </a:p>
        </p:txBody>
      </p:sp>
      <p:sp>
        <p:nvSpPr>
          <p:cNvPr id="19" name="TextBox 19"/>
          <p:cNvSpPr txBox="1"/>
          <p:nvPr/>
        </p:nvSpPr>
        <p:spPr>
          <a:xfrm>
            <a:off x="3162300" y="10071100"/>
            <a:ext cx="4457700" cy="889000"/>
          </a:xfrm>
          <a:prstGeom prst="rect">
            <a:avLst/>
          </a:prstGeom>
        </p:spPr>
        <p:txBody>
          <a:bodyPr lIns="0" tIns="0" rIns="0" bIns="0" rtlCol="0" anchor="t"/>
          <a:lstStyle/>
          <a:p>
            <a:pPr lvl="0" algn="ctr">
              <a:lnSpc>
                <a:spcPct val="116199"/>
              </a:lnSpc>
            </a:pPr>
            <a:r>
              <a:rPr lang="en-US" sz="2400" b="0" i="0" u="none" strike="noStrike">
                <a:solidFill>
                  <a:srgbClr val="595959"/>
                </a:solidFill>
                <a:latin typeface="Pretendard Regular"/>
                <a:ea typeface="Pretendard Regular"/>
                <a:cs typeface="Pretendard Regular"/>
              </a:rPr>
              <a:t>시장과 트렌드를 예리하게 관찰하여 세상을 바꾸는 혁신을 제안합니다.</a:t>
            </a:r>
          </a:p>
        </p:txBody>
      </p:sp>
      <p:sp>
        <p:nvSpPr>
          <p:cNvPr id="20" name="TextBox 20"/>
          <p:cNvSpPr txBox="1"/>
          <p:nvPr/>
        </p:nvSpPr>
        <p:spPr>
          <a:xfrm>
            <a:off x="11290300" y="9321800"/>
            <a:ext cx="2159000" cy="622300"/>
          </a:xfrm>
          <a:prstGeom prst="rect">
            <a:avLst/>
          </a:prstGeom>
        </p:spPr>
        <p:txBody>
          <a:bodyPr lIns="0" tIns="0" rIns="0" bIns="0" rtlCol="0" anchor="t"/>
          <a:lstStyle/>
          <a:p>
            <a:pPr lvl="0" algn="ctr">
              <a:lnSpc>
                <a:spcPct val="116199"/>
              </a:lnSpc>
            </a:pPr>
            <a:r>
              <a:rPr lang="en-US" sz="3333" b="0" i="0" u="none" strike="noStrike">
                <a:solidFill>
                  <a:srgbClr val="595959"/>
                </a:solidFill>
                <a:latin typeface="Pretendard Regular"/>
                <a:ea typeface="Pretendard Regular"/>
                <a:cs typeface="Pretendard Regular"/>
              </a:rPr>
              <a:t>Direction</a:t>
            </a:r>
          </a:p>
        </p:txBody>
      </p:sp>
      <p:sp>
        <p:nvSpPr>
          <p:cNvPr id="21" name="TextBox 21"/>
          <p:cNvSpPr txBox="1"/>
          <p:nvPr/>
        </p:nvSpPr>
        <p:spPr>
          <a:xfrm>
            <a:off x="10134600" y="10185400"/>
            <a:ext cx="4610100" cy="889000"/>
          </a:xfrm>
          <a:prstGeom prst="rect">
            <a:avLst/>
          </a:prstGeom>
        </p:spPr>
        <p:txBody>
          <a:bodyPr lIns="0" tIns="0" rIns="0" bIns="0" rtlCol="0" anchor="t"/>
          <a:lstStyle/>
          <a:p>
            <a:pPr lvl="0" algn="ctr">
              <a:lnSpc>
                <a:spcPct val="116199"/>
              </a:lnSpc>
            </a:pPr>
            <a:r>
              <a:rPr lang="en-US" sz="2400" b="0" i="0" u="none" strike="noStrike">
                <a:solidFill>
                  <a:srgbClr val="595959"/>
                </a:solidFill>
                <a:latin typeface="Pretendard Regular"/>
                <a:ea typeface="Pretendard Regular"/>
                <a:cs typeface="Pretendard Regular"/>
              </a:rPr>
              <a:t>지속 가능하고 유의미한 가치 창출을 위한 명확한 목적지를 안내합니다.</a:t>
            </a:r>
          </a:p>
        </p:txBody>
      </p:sp>
      <p:sp>
        <p:nvSpPr>
          <p:cNvPr id="22" name="TextBox 22"/>
          <p:cNvSpPr txBox="1"/>
          <p:nvPr/>
        </p:nvSpPr>
        <p:spPr>
          <a:xfrm>
            <a:off x="18338800" y="9410700"/>
            <a:ext cx="2159000" cy="622300"/>
          </a:xfrm>
          <a:prstGeom prst="rect">
            <a:avLst/>
          </a:prstGeom>
        </p:spPr>
        <p:txBody>
          <a:bodyPr lIns="0" tIns="0" rIns="0" bIns="0" rtlCol="0" anchor="t"/>
          <a:lstStyle/>
          <a:p>
            <a:pPr lvl="0" algn="ctr">
              <a:lnSpc>
                <a:spcPct val="116199"/>
              </a:lnSpc>
            </a:pPr>
            <a:r>
              <a:rPr lang="en-US" sz="3333" b="0" i="0" u="none" strike="noStrike">
                <a:solidFill>
                  <a:srgbClr val="595959"/>
                </a:solidFill>
                <a:latin typeface="Pretendard Regular"/>
                <a:ea typeface="Pretendard Regular"/>
                <a:cs typeface="Pretendard Regular"/>
              </a:rPr>
              <a:t>Simplicity</a:t>
            </a:r>
          </a:p>
        </p:txBody>
      </p:sp>
      <p:sp>
        <p:nvSpPr>
          <p:cNvPr id="23" name="TextBox 23"/>
          <p:cNvSpPr txBox="1"/>
          <p:nvPr/>
        </p:nvSpPr>
        <p:spPr>
          <a:xfrm>
            <a:off x="17272000" y="10274300"/>
            <a:ext cx="4457700" cy="889000"/>
          </a:xfrm>
          <a:prstGeom prst="rect">
            <a:avLst/>
          </a:prstGeom>
        </p:spPr>
        <p:txBody>
          <a:bodyPr lIns="0" tIns="0" rIns="0" bIns="0" rtlCol="0" anchor="t"/>
          <a:lstStyle/>
          <a:p>
            <a:pPr lvl="0" algn="ctr">
              <a:lnSpc>
                <a:spcPct val="116199"/>
              </a:lnSpc>
            </a:pPr>
            <a:r>
              <a:rPr lang="en-US" sz="2400" b="0" i="0" u="none" strike="noStrike">
                <a:solidFill>
                  <a:srgbClr val="595959"/>
                </a:solidFill>
                <a:latin typeface="Pretendard Regular"/>
                <a:ea typeface="Pretendard Regular"/>
                <a:cs typeface="Pretendard Regular"/>
              </a:rPr>
              <a:t>복잡하고 다양한 절차를 우아하고 유기적인 방식으로 단순화합니다.</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6F1EF"/>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2">
            <a:alphaModFix amt="62000"/>
          </a:blip>
          <a:stretch>
            <a:fillRect/>
          </a:stretch>
        </p:blipFill>
        <p:spPr>
          <a:xfrm>
            <a:off x="-12700" y="-12700"/>
            <a:ext cx="24409400" cy="13741400"/>
          </a:xfrm>
          <a:prstGeom prst="rect">
            <a:avLst/>
          </a:prstGeom>
        </p:spPr>
      </p:pic>
      <p:pic>
        <p:nvPicPr>
          <p:cNvPr id="3" name="Picture 3"/>
          <p:cNvPicPr>
            <a:picLocks noChangeAspect="1"/>
          </p:cNvPicPr>
          <p:nvPr/>
        </p:nvPicPr>
        <p:blipFill>
          <a:blip r:embed="rId3"/>
          <a:stretch>
            <a:fillRect/>
          </a:stretch>
        </p:blipFill>
        <p:spPr>
          <a:xfrm rot="2793368">
            <a:off x="22961600" y="9791700"/>
            <a:ext cx="4495800" cy="4813300"/>
          </a:xfrm>
          <a:prstGeom prst="rect">
            <a:avLst/>
          </a:prstGeom>
        </p:spPr>
      </p:pic>
      <p:pic>
        <p:nvPicPr>
          <p:cNvPr id="4" name="Picture 4"/>
          <p:cNvPicPr>
            <a:picLocks noChangeAspect="1"/>
          </p:cNvPicPr>
          <p:nvPr/>
        </p:nvPicPr>
        <p:blipFill>
          <a:blip r:embed="rId4">
            <a:alphaModFix amt="70000"/>
          </a:blip>
          <a:stretch>
            <a:fillRect/>
          </a:stretch>
        </p:blipFill>
        <p:spPr>
          <a:xfrm rot="287053">
            <a:off x="19177000" y="11645900"/>
            <a:ext cx="5702300" cy="3911600"/>
          </a:xfrm>
          <a:prstGeom prst="rect">
            <a:avLst/>
          </a:prstGeom>
        </p:spPr>
      </p:pic>
      <p:pic>
        <p:nvPicPr>
          <p:cNvPr id="5" name="Picture 5"/>
          <p:cNvPicPr>
            <a:picLocks noChangeAspect="1"/>
          </p:cNvPicPr>
          <p:nvPr/>
        </p:nvPicPr>
        <p:blipFill>
          <a:blip r:embed="rId5"/>
          <a:stretch>
            <a:fillRect/>
          </a:stretch>
        </p:blipFill>
        <p:spPr>
          <a:xfrm rot="1837364">
            <a:off x="4064000" y="-1549400"/>
            <a:ext cx="5511800" cy="3797300"/>
          </a:xfrm>
          <a:prstGeom prst="rect">
            <a:avLst/>
          </a:prstGeom>
        </p:spPr>
      </p:pic>
      <p:pic>
        <p:nvPicPr>
          <p:cNvPr id="6" name="Picture 6"/>
          <p:cNvPicPr>
            <a:picLocks noChangeAspect="1"/>
          </p:cNvPicPr>
          <p:nvPr/>
        </p:nvPicPr>
        <p:blipFill>
          <a:blip r:embed="rId6"/>
          <a:stretch>
            <a:fillRect/>
          </a:stretch>
        </p:blipFill>
        <p:spPr>
          <a:xfrm>
            <a:off x="-787400" y="114300"/>
            <a:ext cx="2743200" cy="3683000"/>
          </a:xfrm>
          <a:prstGeom prst="rect">
            <a:avLst/>
          </a:prstGeom>
        </p:spPr>
      </p:pic>
      <p:pic>
        <p:nvPicPr>
          <p:cNvPr id="7" name="Picture 7"/>
          <p:cNvPicPr>
            <a:picLocks noChangeAspect="1"/>
          </p:cNvPicPr>
          <p:nvPr/>
        </p:nvPicPr>
        <p:blipFill>
          <a:blip r:embed="rId7"/>
          <a:stretch>
            <a:fillRect/>
          </a:stretch>
        </p:blipFill>
        <p:spPr>
          <a:xfrm rot="11556445">
            <a:off x="22085300" y="9791700"/>
            <a:ext cx="2743200" cy="3683000"/>
          </a:xfrm>
          <a:prstGeom prst="rect">
            <a:avLst/>
          </a:prstGeom>
        </p:spPr>
      </p:pic>
      <p:sp>
        <p:nvSpPr>
          <p:cNvPr id="9" name="TextBox 9"/>
          <p:cNvSpPr txBox="1"/>
          <p:nvPr/>
        </p:nvSpPr>
        <p:spPr>
          <a:xfrm>
            <a:off x="1930400" y="4648200"/>
            <a:ext cx="6146800" cy="1320800"/>
          </a:xfrm>
          <a:prstGeom prst="rect">
            <a:avLst/>
          </a:prstGeom>
        </p:spPr>
        <p:txBody>
          <a:bodyPr lIns="0" tIns="0" rIns="0" bIns="0" rtlCol="0" anchor="t"/>
          <a:lstStyle/>
          <a:p>
            <a:pPr lvl="0" algn="l">
              <a:lnSpc>
                <a:spcPct val="116199"/>
              </a:lnSpc>
            </a:pPr>
            <a:r>
              <a:rPr lang="en-US" sz="6666" b="0" i="0" u="none" strike="noStrike" dirty="0">
                <a:solidFill>
                  <a:srgbClr val="41502E"/>
                </a:solidFill>
                <a:latin typeface="Gowun Dodum Regular"/>
                <a:ea typeface="Gowun Dodum Regular"/>
                <a:cs typeface="Gowun Dodum Regular"/>
              </a:rPr>
              <a:t>Purely Organic</a:t>
            </a:r>
          </a:p>
        </p:txBody>
      </p:sp>
      <p:sp>
        <p:nvSpPr>
          <p:cNvPr id="10" name="TextBox 10"/>
          <p:cNvSpPr txBox="1"/>
          <p:nvPr/>
        </p:nvSpPr>
        <p:spPr>
          <a:xfrm>
            <a:off x="1930400" y="5969000"/>
            <a:ext cx="4406900" cy="622300"/>
          </a:xfrm>
          <a:prstGeom prst="rect">
            <a:avLst/>
          </a:prstGeom>
        </p:spPr>
        <p:txBody>
          <a:bodyPr lIns="0" tIns="0" rIns="0" bIns="0" rtlCol="0" anchor="t"/>
          <a:lstStyle/>
          <a:p>
            <a:pPr lvl="0" algn="l">
              <a:lnSpc>
                <a:spcPct val="116199"/>
              </a:lnSpc>
            </a:pPr>
            <a:r>
              <a:rPr lang="en-US" sz="3333" b="0" i="0" u="none" strike="noStrike">
                <a:solidFill>
                  <a:srgbClr val="595959"/>
                </a:solidFill>
                <a:latin typeface="Pretendard Regular"/>
                <a:ea typeface="Pretendard Regular"/>
                <a:cs typeface="Pretendard Regular"/>
              </a:rPr>
              <a:t>조화로운 성장의 출발점</a:t>
            </a:r>
          </a:p>
        </p:txBody>
      </p:sp>
      <p:sp>
        <p:nvSpPr>
          <p:cNvPr id="11" name="TextBox 11"/>
          <p:cNvSpPr txBox="1"/>
          <p:nvPr/>
        </p:nvSpPr>
        <p:spPr>
          <a:xfrm>
            <a:off x="1930400" y="7594600"/>
            <a:ext cx="6794500" cy="3441700"/>
          </a:xfrm>
          <a:prstGeom prst="rect">
            <a:avLst/>
          </a:prstGeom>
        </p:spPr>
        <p:txBody>
          <a:bodyPr lIns="0" tIns="0" rIns="0" bIns="0" rtlCol="0" anchor="t"/>
          <a:lstStyle/>
          <a:p>
            <a:pPr lvl="0" algn="l">
              <a:lnSpc>
                <a:spcPct val="116199"/>
              </a:lnSpc>
            </a:pPr>
            <a:r>
              <a:rPr lang="en-US" sz="2400" b="0" i="0" u="none" strike="noStrike">
                <a:solidFill>
                  <a:srgbClr val="595959"/>
                </a:solidFill>
                <a:latin typeface="Pretendard Light"/>
                <a:ea typeface="Pretendard Light"/>
                <a:cs typeface="Pretendard Light"/>
              </a:rPr>
              <a:t>Our project focuses on delivering a simple, modern, and user-friendly solution that improves communication and enhances productivity. This presentation provides an overview of the project's objectives, key strategies, implementation process, and expected outcomes. Replace this text with your own content to match your presentation.</a:t>
            </a:r>
          </a:p>
        </p:txBody>
      </p:sp>
      <p:sp>
        <p:nvSpPr>
          <p:cNvPr id="13" name="TextBox 12">
            <a:extLst>
              <a:ext uri="{FF2B5EF4-FFF2-40B4-BE49-F238E27FC236}">
                <a16:creationId xmlns:a16="http://schemas.microsoft.com/office/drawing/2014/main" id="{82FB00DD-591A-A866-B516-031356DFA237}"/>
              </a:ext>
            </a:extLst>
          </p:cNvPr>
          <p:cNvSpPr txBox="1"/>
          <p:nvPr/>
        </p:nvSpPr>
        <p:spPr>
          <a:xfrm>
            <a:off x="6537960" y="6343740"/>
            <a:ext cx="14660880" cy="1188852"/>
          </a:xfrm>
          <a:prstGeom prst="rect">
            <a:avLst/>
          </a:prstGeom>
          <a:noFill/>
        </p:spPr>
        <p:txBody>
          <a:bodyPr wrap="square">
            <a:spAutoFit/>
          </a:bodyPr>
          <a:lstStyle/>
          <a:p>
            <a:pPr marL="0" marR="0" lvl="0" indent="0" algn="l" defTabSz="914400" rtl="0" eaLnBrk="1" fontAlgn="auto" latinLnBrk="0" hangingPunct="1">
              <a:lnSpc>
                <a:spcPct val="116199"/>
              </a:lnSpc>
              <a:spcBef>
                <a:spcPts val="0"/>
              </a:spcBef>
              <a:spcAft>
                <a:spcPts val="0"/>
              </a:spcAft>
              <a:buClrTx/>
              <a:buSzTx/>
              <a:buFontTx/>
              <a:buNone/>
              <a:tabLst/>
              <a:defRPr/>
            </a:pPr>
            <a:r>
              <a:rPr kumimoji="0" lang="en-US" sz="6666" b="0" i="0" u="none" strike="noStrike" kern="1200" cap="none" spc="0" normalizeH="0" baseline="0" noProof="0" dirty="0">
                <a:ln>
                  <a:noFill/>
                </a:ln>
                <a:solidFill>
                  <a:srgbClr val="41502E"/>
                </a:solidFill>
                <a:effectLst/>
                <a:uLnTx/>
                <a:uFillTx/>
                <a:latin typeface="Gowun Dodum Regular"/>
                <a:ea typeface="Gowun Dodum Regular"/>
                <a:cs typeface="Gowun Dodum Regular"/>
              </a:rPr>
              <a:t>Table Of Contents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6F1EF"/>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2">
            <a:alphaModFix amt="62000"/>
          </a:blip>
          <a:stretch>
            <a:fillRect/>
          </a:stretch>
        </p:blipFill>
        <p:spPr>
          <a:xfrm>
            <a:off x="-12700" y="-12700"/>
            <a:ext cx="24409400" cy="13741400"/>
          </a:xfrm>
          <a:prstGeom prst="rect">
            <a:avLst/>
          </a:prstGeom>
        </p:spPr>
      </p:pic>
      <p:pic>
        <p:nvPicPr>
          <p:cNvPr id="3" name="Picture 3"/>
          <p:cNvPicPr>
            <a:picLocks noChangeAspect="1"/>
          </p:cNvPicPr>
          <p:nvPr/>
        </p:nvPicPr>
        <p:blipFill>
          <a:blip r:embed="rId3"/>
          <a:stretch>
            <a:fillRect/>
          </a:stretch>
        </p:blipFill>
        <p:spPr>
          <a:xfrm rot="2793368">
            <a:off x="22961600" y="9791700"/>
            <a:ext cx="4495800" cy="4813300"/>
          </a:xfrm>
          <a:prstGeom prst="rect">
            <a:avLst/>
          </a:prstGeom>
        </p:spPr>
      </p:pic>
      <p:pic>
        <p:nvPicPr>
          <p:cNvPr id="4" name="Picture 4"/>
          <p:cNvPicPr>
            <a:picLocks noChangeAspect="1"/>
          </p:cNvPicPr>
          <p:nvPr/>
        </p:nvPicPr>
        <p:blipFill>
          <a:blip r:embed="rId4">
            <a:alphaModFix amt="70000"/>
          </a:blip>
          <a:stretch>
            <a:fillRect/>
          </a:stretch>
        </p:blipFill>
        <p:spPr>
          <a:xfrm rot="287053">
            <a:off x="19177000" y="11645900"/>
            <a:ext cx="5702300" cy="3911600"/>
          </a:xfrm>
          <a:prstGeom prst="rect">
            <a:avLst/>
          </a:prstGeom>
        </p:spPr>
      </p:pic>
      <p:pic>
        <p:nvPicPr>
          <p:cNvPr id="5" name="Picture 5"/>
          <p:cNvPicPr>
            <a:picLocks noChangeAspect="1"/>
          </p:cNvPicPr>
          <p:nvPr/>
        </p:nvPicPr>
        <p:blipFill>
          <a:blip r:embed="rId5"/>
          <a:stretch>
            <a:fillRect/>
          </a:stretch>
        </p:blipFill>
        <p:spPr>
          <a:xfrm rot="1837364">
            <a:off x="4064000" y="-1549400"/>
            <a:ext cx="5511800" cy="3797300"/>
          </a:xfrm>
          <a:prstGeom prst="rect">
            <a:avLst/>
          </a:prstGeom>
        </p:spPr>
      </p:pic>
      <p:pic>
        <p:nvPicPr>
          <p:cNvPr id="6" name="Picture 6"/>
          <p:cNvPicPr>
            <a:picLocks noChangeAspect="1"/>
          </p:cNvPicPr>
          <p:nvPr/>
        </p:nvPicPr>
        <p:blipFill>
          <a:blip r:embed="rId6"/>
          <a:stretch>
            <a:fillRect/>
          </a:stretch>
        </p:blipFill>
        <p:spPr>
          <a:xfrm>
            <a:off x="-787400" y="114300"/>
            <a:ext cx="2743200" cy="3683000"/>
          </a:xfrm>
          <a:prstGeom prst="rect">
            <a:avLst/>
          </a:prstGeom>
        </p:spPr>
      </p:pic>
      <p:pic>
        <p:nvPicPr>
          <p:cNvPr id="7" name="Picture 7"/>
          <p:cNvPicPr>
            <a:picLocks noChangeAspect="1"/>
          </p:cNvPicPr>
          <p:nvPr/>
        </p:nvPicPr>
        <p:blipFill>
          <a:blip r:embed="rId7"/>
          <a:stretch>
            <a:fillRect/>
          </a:stretch>
        </p:blipFill>
        <p:spPr>
          <a:xfrm rot="11556445">
            <a:off x="22085300" y="9791700"/>
            <a:ext cx="2743200" cy="3683000"/>
          </a:xfrm>
          <a:prstGeom prst="rect">
            <a:avLst/>
          </a:prstGeom>
        </p:spPr>
      </p:pic>
      <p:pic>
        <p:nvPicPr>
          <p:cNvPr id="8" name="Picture 8"/>
          <p:cNvPicPr>
            <a:picLocks noChangeAspect="1"/>
          </p:cNvPicPr>
          <p:nvPr/>
        </p:nvPicPr>
        <p:blipFill>
          <a:blip r:embed="rId8"/>
          <a:stretch>
            <a:fillRect/>
          </a:stretch>
        </p:blipFill>
        <p:spPr>
          <a:xfrm>
            <a:off x="13995400" y="9867900"/>
            <a:ext cx="368300" cy="368300"/>
          </a:xfrm>
          <a:prstGeom prst="rect">
            <a:avLst/>
          </a:prstGeom>
        </p:spPr>
      </p:pic>
      <p:pic>
        <p:nvPicPr>
          <p:cNvPr id="9" name="Picture 9"/>
          <p:cNvPicPr>
            <a:picLocks noChangeAspect="1"/>
          </p:cNvPicPr>
          <p:nvPr/>
        </p:nvPicPr>
        <p:blipFill>
          <a:blip r:embed="rId8"/>
          <a:stretch>
            <a:fillRect/>
          </a:stretch>
        </p:blipFill>
        <p:spPr>
          <a:xfrm>
            <a:off x="13995400" y="10604500"/>
            <a:ext cx="368300" cy="368300"/>
          </a:xfrm>
          <a:prstGeom prst="rect">
            <a:avLst/>
          </a:prstGeom>
        </p:spPr>
      </p:pic>
      <p:pic>
        <p:nvPicPr>
          <p:cNvPr id="10" name="Picture 10"/>
          <p:cNvPicPr>
            <a:picLocks noChangeAspect="1"/>
          </p:cNvPicPr>
          <p:nvPr/>
        </p:nvPicPr>
        <p:blipFill>
          <a:blip r:embed="rId8"/>
          <a:stretch>
            <a:fillRect/>
          </a:stretch>
        </p:blipFill>
        <p:spPr>
          <a:xfrm>
            <a:off x="13995400" y="11341100"/>
            <a:ext cx="368300" cy="368300"/>
          </a:xfrm>
          <a:prstGeom prst="rect">
            <a:avLst/>
          </a:prstGeom>
        </p:spPr>
      </p:pic>
      <p:pic>
        <p:nvPicPr>
          <p:cNvPr id="11" name="Picture 11"/>
          <p:cNvPicPr>
            <a:picLocks noChangeAspect="1"/>
          </p:cNvPicPr>
          <p:nvPr/>
        </p:nvPicPr>
        <p:blipFill>
          <a:blip r:embed="rId9"/>
          <a:stretch>
            <a:fillRect/>
          </a:stretch>
        </p:blipFill>
        <p:spPr>
          <a:xfrm>
            <a:off x="2933700" y="7505700"/>
            <a:ext cx="5524500" cy="5283200"/>
          </a:xfrm>
          <a:prstGeom prst="rect">
            <a:avLst/>
          </a:prstGeom>
        </p:spPr>
      </p:pic>
      <p:pic>
        <p:nvPicPr>
          <p:cNvPr id="12" name="Picture 12"/>
          <p:cNvPicPr>
            <a:picLocks noChangeAspect="1"/>
          </p:cNvPicPr>
          <p:nvPr/>
        </p:nvPicPr>
        <p:blipFill>
          <a:blip r:embed="rId10"/>
          <a:stretch>
            <a:fillRect/>
          </a:stretch>
        </p:blipFill>
        <p:spPr>
          <a:xfrm>
            <a:off x="3035300" y="7810500"/>
            <a:ext cx="3784600" cy="4241800"/>
          </a:xfrm>
          <a:prstGeom prst="rect">
            <a:avLst/>
          </a:prstGeom>
        </p:spPr>
      </p:pic>
      <p:sp>
        <p:nvSpPr>
          <p:cNvPr id="13" name="TextBox 13"/>
          <p:cNvSpPr txBox="1"/>
          <p:nvPr/>
        </p:nvSpPr>
        <p:spPr>
          <a:xfrm>
            <a:off x="2222500" y="4711700"/>
            <a:ext cx="6959600" cy="1320800"/>
          </a:xfrm>
          <a:prstGeom prst="rect">
            <a:avLst/>
          </a:prstGeom>
        </p:spPr>
        <p:txBody>
          <a:bodyPr lIns="0" tIns="0" rIns="0" bIns="0" rtlCol="0" anchor="t"/>
          <a:lstStyle/>
          <a:p>
            <a:pPr lvl="0" algn="ctr">
              <a:lnSpc>
                <a:spcPct val="116199"/>
              </a:lnSpc>
            </a:pPr>
            <a:r>
              <a:rPr lang="en-US" sz="6666" b="0" i="0" u="none" strike="noStrike">
                <a:solidFill>
                  <a:srgbClr val="41502E"/>
                </a:solidFill>
                <a:latin typeface="Gowun Dodum Regular"/>
                <a:ea typeface="Gowun Dodum Regular"/>
                <a:cs typeface="Gowun Dodum Regular"/>
              </a:rPr>
              <a:t>Creative Director</a:t>
            </a:r>
          </a:p>
        </p:txBody>
      </p:sp>
      <p:sp>
        <p:nvSpPr>
          <p:cNvPr id="14" name="TextBox 14"/>
          <p:cNvSpPr txBox="1"/>
          <p:nvPr/>
        </p:nvSpPr>
        <p:spPr>
          <a:xfrm>
            <a:off x="13995400" y="7950200"/>
            <a:ext cx="7848600" cy="1308100"/>
          </a:xfrm>
          <a:prstGeom prst="rect">
            <a:avLst/>
          </a:prstGeom>
        </p:spPr>
        <p:txBody>
          <a:bodyPr lIns="0" tIns="0" rIns="0" bIns="0" rtlCol="0" anchor="t"/>
          <a:lstStyle/>
          <a:p>
            <a:pPr lvl="0" algn="l">
              <a:lnSpc>
                <a:spcPct val="116199"/>
              </a:lnSpc>
            </a:pPr>
            <a:r>
              <a:rPr lang="en-US" sz="2400" b="0" i="0" u="none" strike="noStrike">
                <a:solidFill>
                  <a:srgbClr val="595959"/>
                </a:solidFill>
                <a:latin typeface="Pretendard Light"/>
                <a:ea typeface="Pretendard Light"/>
                <a:cs typeface="Pretendard Light"/>
              </a:rPr>
              <a:t>공간과 일상의 유기적 조화를 최우선 가치로 여기는 디자이너입니다. 수많은 브랜드 아이덴티티를 단순하고 임팩트 있는 비주얼로 탄생시켰습니다.</a:t>
            </a:r>
          </a:p>
        </p:txBody>
      </p:sp>
      <p:sp>
        <p:nvSpPr>
          <p:cNvPr id="15" name="TextBox 15"/>
          <p:cNvSpPr txBox="1"/>
          <p:nvPr/>
        </p:nvSpPr>
        <p:spPr>
          <a:xfrm>
            <a:off x="14490700" y="9817100"/>
            <a:ext cx="1892300" cy="457200"/>
          </a:xfrm>
          <a:prstGeom prst="rect">
            <a:avLst/>
          </a:prstGeom>
        </p:spPr>
        <p:txBody>
          <a:bodyPr lIns="0" tIns="0" rIns="0" bIns="0" rtlCol="0" anchor="t"/>
          <a:lstStyle/>
          <a:p>
            <a:pPr lvl="0" algn="l">
              <a:lnSpc>
                <a:spcPct val="116199"/>
              </a:lnSpc>
            </a:pPr>
            <a:r>
              <a:rPr lang="en-US" sz="2400" b="0" i="0" u="none" strike="noStrike">
                <a:solidFill>
                  <a:srgbClr val="799A51"/>
                </a:solidFill>
                <a:latin typeface="Pretendard Bold"/>
                <a:ea typeface="Pretendard Bold"/>
                <a:cs typeface="Pretendard Bold"/>
              </a:rPr>
              <a:t>2021-2025 :</a:t>
            </a:r>
          </a:p>
        </p:txBody>
      </p:sp>
      <p:sp>
        <p:nvSpPr>
          <p:cNvPr id="16" name="TextBox 16"/>
          <p:cNvSpPr txBox="1"/>
          <p:nvPr/>
        </p:nvSpPr>
        <p:spPr>
          <a:xfrm>
            <a:off x="16421100" y="9817100"/>
            <a:ext cx="5321300" cy="457200"/>
          </a:xfrm>
          <a:prstGeom prst="rect">
            <a:avLst/>
          </a:prstGeom>
        </p:spPr>
        <p:txBody>
          <a:bodyPr lIns="0" tIns="0" rIns="0" bIns="0" rtlCol="0" anchor="t"/>
          <a:lstStyle/>
          <a:p>
            <a:pPr lvl="0" algn="l">
              <a:lnSpc>
                <a:spcPct val="116199"/>
              </a:lnSpc>
            </a:pPr>
            <a:r>
              <a:rPr lang="en-US" sz="2400" b="0" i="0" u="none" strike="noStrike">
                <a:solidFill>
                  <a:srgbClr val="595959"/>
                </a:solidFill>
                <a:latin typeface="Pretendard Regular"/>
                <a:ea typeface="Pretendard Regular"/>
                <a:cs typeface="Pretendard Regular"/>
              </a:rPr>
              <a:t>친환경 홈 가드닝 브랜드 비주얼 총괄 디렉션</a:t>
            </a:r>
          </a:p>
        </p:txBody>
      </p:sp>
      <p:sp>
        <p:nvSpPr>
          <p:cNvPr id="17" name="TextBox 17"/>
          <p:cNvSpPr txBox="1"/>
          <p:nvPr/>
        </p:nvSpPr>
        <p:spPr>
          <a:xfrm>
            <a:off x="14490700" y="10541000"/>
            <a:ext cx="1536700" cy="457200"/>
          </a:xfrm>
          <a:prstGeom prst="rect">
            <a:avLst/>
          </a:prstGeom>
        </p:spPr>
        <p:txBody>
          <a:bodyPr lIns="0" tIns="0" rIns="0" bIns="0" rtlCol="0" anchor="t"/>
          <a:lstStyle/>
          <a:p>
            <a:pPr lvl="0" algn="l">
              <a:lnSpc>
                <a:spcPct val="116199"/>
              </a:lnSpc>
            </a:pPr>
            <a:r>
              <a:rPr lang="en-US" sz="2400" b="0" i="0" u="none" strike="noStrike">
                <a:solidFill>
                  <a:srgbClr val="799A51"/>
                </a:solidFill>
                <a:latin typeface="Pretendard Bold"/>
                <a:ea typeface="Pretendard Bold"/>
                <a:cs typeface="Pretendard Bold"/>
              </a:rPr>
              <a:t>Specialty:</a:t>
            </a:r>
          </a:p>
        </p:txBody>
      </p:sp>
      <p:sp>
        <p:nvSpPr>
          <p:cNvPr id="18" name="TextBox 18"/>
          <p:cNvSpPr txBox="1"/>
          <p:nvPr/>
        </p:nvSpPr>
        <p:spPr>
          <a:xfrm>
            <a:off x="16052800" y="10541000"/>
            <a:ext cx="5397500" cy="457200"/>
          </a:xfrm>
          <a:prstGeom prst="rect">
            <a:avLst/>
          </a:prstGeom>
        </p:spPr>
        <p:txBody>
          <a:bodyPr lIns="0" tIns="0" rIns="0" bIns="0" rtlCol="0" anchor="t"/>
          <a:lstStyle/>
          <a:p>
            <a:pPr lvl="0" algn="l">
              <a:lnSpc>
                <a:spcPct val="116199"/>
              </a:lnSpc>
            </a:pPr>
            <a:r>
              <a:rPr lang="en-US" sz="2400" b="0" i="0" u="none" strike="noStrike">
                <a:solidFill>
                  <a:srgbClr val="595959"/>
                </a:solidFill>
                <a:latin typeface="Pretendard Regular"/>
                <a:ea typeface="Pretendard Regular"/>
                <a:cs typeface="Pretendard Regular"/>
              </a:rPr>
              <a:t>내추럴 감성 중심 UI/UX 및 공간 브랜딩 설계</a:t>
            </a:r>
          </a:p>
        </p:txBody>
      </p:sp>
      <p:sp>
        <p:nvSpPr>
          <p:cNvPr id="19" name="TextBox 19"/>
          <p:cNvSpPr txBox="1"/>
          <p:nvPr/>
        </p:nvSpPr>
        <p:spPr>
          <a:xfrm>
            <a:off x="14490700" y="11277600"/>
            <a:ext cx="1193800" cy="457200"/>
          </a:xfrm>
          <a:prstGeom prst="rect">
            <a:avLst/>
          </a:prstGeom>
        </p:spPr>
        <p:txBody>
          <a:bodyPr lIns="0" tIns="0" rIns="0" bIns="0" rtlCol="0" anchor="t"/>
          <a:lstStyle/>
          <a:p>
            <a:pPr lvl="0" algn="l">
              <a:lnSpc>
                <a:spcPct val="116199"/>
              </a:lnSpc>
            </a:pPr>
            <a:r>
              <a:rPr lang="en-US" sz="2400" b="0" i="0" u="none" strike="noStrike">
                <a:solidFill>
                  <a:srgbClr val="799A51"/>
                </a:solidFill>
                <a:latin typeface="Pretendard Bold"/>
                <a:ea typeface="Pretendard Bold"/>
                <a:cs typeface="Pretendard Bold"/>
              </a:rPr>
              <a:t>Slogan:</a:t>
            </a:r>
          </a:p>
        </p:txBody>
      </p:sp>
      <p:sp>
        <p:nvSpPr>
          <p:cNvPr id="20" name="TextBox 20"/>
          <p:cNvSpPr txBox="1"/>
          <p:nvPr/>
        </p:nvSpPr>
        <p:spPr>
          <a:xfrm>
            <a:off x="15722600" y="11277600"/>
            <a:ext cx="5740400" cy="457200"/>
          </a:xfrm>
          <a:prstGeom prst="rect">
            <a:avLst/>
          </a:prstGeom>
        </p:spPr>
        <p:txBody>
          <a:bodyPr lIns="0" tIns="0" rIns="0" bIns="0" rtlCol="0" anchor="t"/>
          <a:lstStyle/>
          <a:p>
            <a:pPr lvl="0" algn="l">
              <a:lnSpc>
                <a:spcPct val="116199"/>
              </a:lnSpc>
            </a:pPr>
            <a:r>
              <a:rPr lang="en-US" sz="2400" b="0" i="0" u="none" strike="noStrike">
                <a:solidFill>
                  <a:srgbClr val="595959"/>
                </a:solidFill>
                <a:latin typeface="Pretendard Regular"/>
                <a:ea typeface="Pretendard Regular"/>
                <a:cs typeface="Pretendard Regular"/>
              </a:rPr>
              <a:t>"가장 자연스러울 때가 가장 돋보이는 순간이다"</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6F1EF"/>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2">
            <a:alphaModFix amt="62000"/>
          </a:blip>
          <a:stretch>
            <a:fillRect/>
          </a:stretch>
        </p:blipFill>
        <p:spPr>
          <a:xfrm>
            <a:off x="-12700" y="-12700"/>
            <a:ext cx="24409400" cy="13741400"/>
          </a:xfrm>
          <a:prstGeom prst="rect">
            <a:avLst/>
          </a:prstGeom>
        </p:spPr>
      </p:pic>
      <p:pic>
        <p:nvPicPr>
          <p:cNvPr id="3" name="Picture 3"/>
          <p:cNvPicPr>
            <a:picLocks noChangeAspect="1"/>
          </p:cNvPicPr>
          <p:nvPr/>
        </p:nvPicPr>
        <p:blipFill>
          <a:blip r:embed="rId3"/>
          <a:stretch>
            <a:fillRect/>
          </a:stretch>
        </p:blipFill>
        <p:spPr>
          <a:xfrm rot="2793368">
            <a:off x="22961600" y="9791700"/>
            <a:ext cx="4495800" cy="4813300"/>
          </a:xfrm>
          <a:prstGeom prst="rect">
            <a:avLst/>
          </a:prstGeom>
        </p:spPr>
      </p:pic>
      <p:pic>
        <p:nvPicPr>
          <p:cNvPr id="4" name="Picture 4"/>
          <p:cNvPicPr>
            <a:picLocks noChangeAspect="1"/>
          </p:cNvPicPr>
          <p:nvPr/>
        </p:nvPicPr>
        <p:blipFill>
          <a:blip r:embed="rId4">
            <a:alphaModFix amt="70000"/>
          </a:blip>
          <a:stretch>
            <a:fillRect/>
          </a:stretch>
        </p:blipFill>
        <p:spPr>
          <a:xfrm rot="287053">
            <a:off x="19177000" y="11645900"/>
            <a:ext cx="5702300" cy="3911600"/>
          </a:xfrm>
          <a:prstGeom prst="rect">
            <a:avLst/>
          </a:prstGeom>
        </p:spPr>
      </p:pic>
      <p:pic>
        <p:nvPicPr>
          <p:cNvPr id="5" name="Picture 5"/>
          <p:cNvPicPr>
            <a:picLocks noChangeAspect="1"/>
          </p:cNvPicPr>
          <p:nvPr/>
        </p:nvPicPr>
        <p:blipFill>
          <a:blip r:embed="rId5"/>
          <a:stretch>
            <a:fillRect/>
          </a:stretch>
        </p:blipFill>
        <p:spPr>
          <a:xfrm rot="1837364">
            <a:off x="4064000" y="-1549400"/>
            <a:ext cx="5511800" cy="3797300"/>
          </a:xfrm>
          <a:prstGeom prst="rect">
            <a:avLst/>
          </a:prstGeom>
        </p:spPr>
      </p:pic>
      <p:pic>
        <p:nvPicPr>
          <p:cNvPr id="6" name="Picture 6"/>
          <p:cNvPicPr>
            <a:picLocks noChangeAspect="1"/>
          </p:cNvPicPr>
          <p:nvPr/>
        </p:nvPicPr>
        <p:blipFill>
          <a:blip r:embed="rId6"/>
          <a:stretch>
            <a:fillRect/>
          </a:stretch>
        </p:blipFill>
        <p:spPr>
          <a:xfrm>
            <a:off x="-787400" y="114300"/>
            <a:ext cx="2743200" cy="3683000"/>
          </a:xfrm>
          <a:prstGeom prst="rect">
            <a:avLst/>
          </a:prstGeom>
        </p:spPr>
      </p:pic>
      <p:pic>
        <p:nvPicPr>
          <p:cNvPr id="7" name="Picture 7"/>
          <p:cNvPicPr>
            <a:picLocks noChangeAspect="1"/>
          </p:cNvPicPr>
          <p:nvPr/>
        </p:nvPicPr>
        <p:blipFill>
          <a:blip r:embed="rId7"/>
          <a:stretch>
            <a:fillRect/>
          </a:stretch>
        </p:blipFill>
        <p:spPr>
          <a:xfrm rot="11556445">
            <a:off x="22085300" y="9791700"/>
            <a:ext cx="2743200" cy="3683000"/>
          </a:xfrm>
          <a:prstGeom prst="rect">
            <a:avLst/>
          </a:prstGeom>
        </p:spPr>
      </p:pic>
      <p:sp>
        <p:nvSpPr>
          <p:cNvPr id="8" name="TextBox 8"/>
          <p:cNvSpPr txBox="1"/>
          <p:nvPr/>
        </p:nvSpPr>
        <p:spPr>
          <a:xfrm>
            <a:off x="1663700" y="4749800"/>
            <a:ext cx="8623300" cy="1320800"/>
          </a:xfrm>
          <a:prstGeom prst="rect">
            <a:avLst/>
          </a:prstGeom>
        </p:spPr>
        <p:txBody>
          <a:bodyPr lIns="0" tIns="0" rIns="0" bIns="0" rtlCol="0" anchor="t"/>
          <a:lstStyle/>
          <a:p>
            <a:pPr lvl="0" algn="ctr">
              <a:lnSpc>
                <a:spcPct val="116199"/>
              </a:lnSpc>
            </a:pPr>
            <a:r>
              <a:rPr lang="en-US" sz="6666" b="0" i="0" u="none" strike="noStrike">
                <a:solidFill>
                  <a:srgbClr val="41502E"/>
                </a:solidFill>
                <a:latin typeface="Gowun Dodum Regular"/>
                <a:ea typeface="Gowun Dodum Regular"/>
                <a:cs typeface="Gowun Dodum Regular"/>
              </a:rPr>
              <a:t>Remarkable Milestone</a:t>
            </a:r>
          </a:p>
        </p:txBody>
      </p:sp>
      <p:sp>
        <p:nvSpPr>
          <p:cNvPr id="9" name="TextBox 9"/>
          <p:cNvSpPr txBox="1"/>
          <p:nvPr/>
        </p:nvSpPr>
        <p:spPr>
          <a:xfrm>
            <a:off x="13995400" y="8001000"/>
            <a:ext cx="7886700" cy="622300"/>
          </a:xfrm>
          <a:prstGeom prst="rect">
            <a:avLst/>
          </a:prstGeom>
        </p:spPr>
        <p:txBody>
          <a:bodyPr lIns="0" tIns="0" rIns="0" bIns="0" rtlCol="0" anchor="t"/>
          <a:lstStyle/>
          <a:p>
            <a:pPr lvl="0" algn="l">
              <a:lnSpc>
                <a:spcPct val="116199"/>
              </a:lnSpc>
            </a:pPr>
            <a:r>
              <a:rPr lang="en-US" sz="3333" b="0" i="0" u="none" strike="noStrike">
                <a:solidFill>
                  <a:srgbClr val="595959"/>
                </a:solidFill>
                <a:latin typeface="Pretendard SemiBold"/>
                <a:ea typeface="Pretendard SemiBold"/>
                <a:cs typeface="Pretendard SemiBold"/>
              </a:rPr>
              <a:t>진정성 있는 관계가 만들어 낸 결과</a:t>
            </a:r>
          </a:p>
        </p:txBody>
      </p:sp>
      <p:sp>
        <p:nvSpPr>
          <p:cNvPr id="10" name="TextBox 10"/>
          <p:cNvSpPr txBox="1"/>
          <p:nvPr/>
        </p:nvSpPr>
        <p:spPr>
          <a:xfrm>
            <a:off x="13982700" y="9017000"/>
            <a:ext cx="8064500" cy="3022600"/>
          </a:xfrm>
          <a:prstGeom prst="rect">
            <a:avLst/>
          </a:prstGeom>
        </p:spPr>
        <p:txBody>
          <a:bodyPr lIns="0" tIns="0" rIns="0" bIns="0" rtlCol="0" anchor="t"/>
          <a:lstStyle/>
          <a:p>
            <a:pPr lvl="0" algn="l">
              <a:lnSpc>
                <a:spcPct val="116199"/>
              </a:lnSpc>
            </a:pPr>
            <a:r>
              <a:rPr lang="en-US" sz="2400" b="0" i="0" u="none" strike="noStrike">
                <a:solidFill>
                  <a:srgbClr val="595959"/>
                </a:solidFill>
                <a:latin typeface="Pretendard Regular"/>
                <a:ea typeface="Pretendard Regular"/>
                <a:cs typeface="Pretendard Regular"/>
              </a:rPr>
              <a:t>단순히 예쁜 비주얼을 만드는 것 이상으로 사용자의 마음에 평온을 더하는 실용성에 집중한 결과, 역대 최고 수준의 만족도를 기록하였습니다.
우리는 지속 가능한 성장 지향성과 감각적인 사용자 인터렉션을 완벽히 결합하여 독보적인 파트너로 매년 시장 영향력을 넓혀가고 있습니다.</a:t>
            </a:r>
          </a:p>
        </p:txBody>
      </p:sp>
      <p:sp>
        <p:nvSpPr>
          <p:cNvPr id="11" name="TextBox 11"/>
          <p:cNvSpPr txBox="1"/>
          <p:nvPr/>
        </p:nvSpPr>
        <p:spPr>
          <a:xfrm>
            <a:off x="4165600" y="11023600"/>
            <a:ext cx="3594100" cy="457200"/>
          </a:xfrm>
          <a:prstGeom prst="rect">
            <a:avLst/>
          </a:prstGeom>
        </p:spPr>
        <p:txBody>
          <a:bodyPr lIns="0" tIns="0" rIns="0" bIns="0" rtlCol="0" anchor="t"/>
          <a:lstStyle/>
          <a:p>
            <a:pPr lvl="0" algn="ctr">
              <a:lnSpc>
                <a:spcPct val="116199"/>
              </a:lnSpc>
            </a:pPr>
            <a:r>
              <a:rPr lang="en-US" sz="2400" b="0" i="0" u="none" strike="noStrike">
                <a:solidFill>
                  <a:srgbClr val="595959"/>
                </a:solidFill>
                <a:latin typeface="Pretendard Light"/>
                <a:ea typeface="Pretendard Light"/>
                <a:cs typeface="Pretendard Light"/>
              </a:rPr>
              <a:t>고객 브랜드 경험 만족도</a:t>
            </a:r>
          </a:p>
        </p:txBody>
      </p:sp>
      <p:sp>
        <p:nvSpPr>
          <p:cNvPr id="12" name="TextBox 12"/>
          <p:cNvSpPr txBox="1"/>
          <p:nvPr/>
        </p:nvSpPr>
        <p:spPr>
          <a:xfrm>
            <a:off x="2730500" y="7442200"/>
            <a:ext cx="6477000" cy="3619500"/>
          </a:xfrm>
          <a:prstGeom prst="rect">
            <a:avLst/>
          </a:prstGeom>
        </p:spPr>
        <p:txBody>
          <a:bodyPr lIns="0" tIns="0" rIns="0" bIns="0" rtlCol="0" anchor="t"/>
          <a:lstStyle/>
          <a:p>
            <a:pPr lvl="0" algn="ctr">
              <a:lnSpc>
                <a:spcPct val="116199"/>
              </a:lnSpc>
            </a:pPr>
            <a:r>
              <a:rPr lang="en-US" sz="20143" b="0" i="0" u="none" strike="noStrike">
                <a:solidFill>
                  <a:srgbClr val="8EA177"/>
                </a:solidFill>
                <a:latin typeface="Pretendard Light"/>
                <a:ea typeface="Pretendard Light"/>
                <a:cs typeface="Pretendard Light"/>
              </a:rPr>
              <a:t>94%</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6F1EF"/>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2">
            <a:alphaModFix amt="62000"/>
          </a:blip>
          <a:stretch>
            <a:fillRect/>
          </a:stretch>
        </p:blipFill>
        <p:spPr>
          <a:xfrm>
            <a:off x="-12700" y="-12700"/>
            <a:ext cx="24409400" cy="13741400"/>
          </a:xfrm>
          <a:prstGeom prst="rect">
            <a:avLst/>
          </a:prstGeom>
        </p:spPr>
      </p:pic>
      <p:pic>
        <p:nvPicPr>
          <p:cNvPr id="3" name="Picture 3"/>
          <p:cNvPicPr>
            <a:picLocks noChangeAspect="1"/>
          </p:cNvPicPr>
          <p:nvPr/>
        </p:nvPicPr>
        <p:blipFill>
          <a:blip r:embed="rId3"/>
          <a:stretch>
            <a:fillRect/>
          </a:stretch>
        </p:blipFill>
        <p:spPr>
          <a:xfrm rot="2793368">
            <a:off x="22961600" y="9791700"/>
            <a:ext cx="4495800" cy="4813300"/>
          </a:xfrm>
          <a:prstGeom prst="rect">
            <a:avLst/>
          </a:prstGeom>
        </p:spPr>
      </p:pic>
      <p:pic>
        <p:nvPicPr>
          <p:cNvPr id="4" name="Picture 4"/>
          <p:cNvPicPr>
            <a:picLocks noChangeAspect="1"/>
          </p:cNvPicPr>
          <p:nvPr/>
        </p:nvPicPr>
        <p:blipFill>
          <a:blip r:embed="rId4">
            <a:alphaModFix amt="70000"/>
          </a:blip>
          <a:stretch>
            <a:fillRect/>
          </a:stretch>
        </p:blipFill>
        <p:spPr>
          <a:xfrm rot="287053">
            <a:off x="19177000" y="11645900"/>
            <a:ext cx="5702300" cy="3911600"/>
          </a:xfrm>
          <a:prstGeom prst="rect">
            <a:avLst/>
          </a:prstGeom>
        </p:spPr>
      </p:pic>
      <p:pic>
        <p:nvPicPr>
          <p:cNvPr id="5" name="Picture 5"/>
          <p:cNvPicPr>
            <a:picLocks noChangeAspect="1"/>
          </p:cNvPicPr>
          <p:nvPr/>
        </p:nvPicPr>
        <p:blipFill>
          <a:blip r:embed="rId5"/>
          <a:stretch>
            <a:fillRect/>
          </a:stretch>
        </p:blipFill>
        <p:spPr>
          <a:xfrm rot="1837364">
            <a:off x="4064000" y="-1549400"/>
            <a:ext cx="5511800" cy="3797300"/>
          </a:xfrm>
          <a:prstGeom prst="rect">
            <a:avLst/>
          </a:prstGeom>
        </p:spPr>
      </p:pic>
      <p:pic>
        <p:nvPicPr>
          <p:cNvPr id="6" name="Picture 6"/>
          <p:cNvPicPr>
            <a:picLocks noChangeAspect="1"/>
          </p:cNvPicPr>
          <p:nvPr/>
        </p:nvPicPr>
        <p:blipFill>
          <a:blip r:embed="rId6"/>
          <a:stretch>
            <a:fillRect/>
          </a:stretch>
        </p:blipFill>
        <p:spPr>
          <a:xfrm>
            <a:off x="-787400" y="114300"/>
            <a:ext cx="2743200" cy="3683000"/>
          </a:xfrm>
          <a:prstGeom prst="rect">
            <a:avLst/>
          </a:prstGeom>
        </p:spPr>
      </p:pic>
      <p:pic>
        <p:nvPicPr>
          <p:cNvPr id="7" name="Picture 7"/>
          <p:cNvPicPr>
            <a:picLocks noChangeAspect="1"/>
          </p:cNvPicPr>
          <p:nvPr/>
        </p:nvPicPr>
        <p:blipFill>
          <a:blip r:embed="rId7"/>
          <a:stretch>
            <a:fillRect/>
          </a:stretch>
        </p:blipFill>
        <p:spPr>
          <a:xfrm rot="11556445">
            <a:off x="22085300" y="9791700"/>
            <a:ext cx="2743200" cy="3683000"/>
          </a:xfrm>
          <a:prstGeom prst="rect">
            <a:avLst/>
          </a:prstGeom>
        </p:spPr>
      </p:pic>
      <p:pic>
        <p:nvPicPr>
          <p:cNvPr id="8" name="Picture 8"/>
          <p:cNvPicPr>
            <a:picLocks noChangeAspect="1"/>
          </p:cNvPicPr>
          <p:nvPr/>
        </p:nvPicPr>
        <p:blipFill>
          <a:blip r:embed="rId8"/>
          <a:stretch>
            <a:fillRect/>
          </a:stretch>
        </p:blipFill>
        <p:spPr>
          <a:xfrm>
            <a:off x="12788900" y="6972300"/>
            <a:ext cx="393700" cy="393700"/>
          </a:xfrm>
          <a:prstGeom prst="rect">
            <a:avLst/>
          </a:prstGeom>
        </p:spPr>
      </p:pic>
      <p:pic>
        <p:nvPicPr>
          <p:cNvPr id="9" name="Picture 9"/>
          <p:cNvPicPr>
            <a:picLocks noChangeAspect="1"/>
          </p:cNvPicPr>
          <p:nvPr/>
        </p:nvPicPr>
        <p:blipFill>
          <a:blip r:embed="rId9"/>
          <a:stretch>
            <a:fillRect/>
          </a:stretch>
        </p:blipFill>
        <p:spPr>
          <a:xfrm>
            <a:off x="12788900" y="7734300"/>
            <a:ext cx="393700" cy="393700"/>
          </a:xfrm>
          <a:prstGeom prst="rect">
            <a:avLst/>
          </a:prstGeom>
        </p:spPr>
      </p:pic>
      <p:pic>
        <p:nvPicPr>
          <p:cNvPr id="10" name="Picture 10"/>
          <p:cNvPicPr>
            <a:picLocks noChangeAspect="1"/>
          </p:cNvPicPr>
          <p:nvPr/>
        </p:nvPicPr>
        <p:blipFill>
          <a:blip r:embed="rId10"/>
          <a:stretch>
            <a:fillRect/>
          </a:stretch>
        </p:blipFill>
        <p:spPr>
          <a:xfrm>
            <a:off x="12788900" y="8496300"/>
            <a:ext cx="393700" cy="393700"/>
          </a:xfrm>
          <a:prstGeom prst="rect">
            <a:avLst/>
          </a:prstGeom>
        </p:spPr>
      </p:pic>
      <p:pic>
        <p:nvPicPr>
          <p:cNvPr id="11" name="Picture 11"/>
          <p:cNvPicPr>
            <a:picLocks noChangeAspect="1"/>
          </p:cNvPicPr>
          <p:nvPr/>
        </p:nvPicPr>
        <p:blipFill>
          <a:blip r:embed="rId11"/>
          <a:stretch>
            <a:fillRect/>
          </a:stretch>
        </p:blipFill>
        <p:spPr>
          <a:xfrm>
            <a:off x="5257800" y="5245100"/>
            <a:ext cx="5715000" cy="5715000"/>
          </a:xfrm>
          <a:prstGeom prst="rect">
            <a:avLst/>
          </a:prstGeom>
        </p:spPr>
      </p:pic>
      <p:sp>
        <p:nvSpPr>
          <p:cNvPr id="12" name="TextBox 12"/>
          <p:cNvSpPr txBox="1"/>
          <p:nvPr/>
        </p:nvSpPr>
        <p:spPr>
          <a:xfrm>
            <a:off x="3810000" y="2971800"/>
            <a:ext cx="8623300" cy="1320800"/>
          </a:xfrm>
          <a:prstGeom prst="rect">
            <a:avLst/>
          </a:prstGeom>
        </p:spPr>
        <p:txBody>
          <a:bodyPr lIns="0" tIns="0" rIns="0" bIns="0" rtlCol="0" anchor="t"/>
          <a:lstStyle/>
          <a:p>
            <a:pPr lvl="0" algn="ctr">
              <a:lnSpc>
                <a:spcPct val="116199"/>
              </a:lnSpc>
            </a:pPr>
            <a:r>
              <a:rPr lang="en-US" sz="6666" b="0" i="0" u="none" strike="noStrike">
                <a:solidFill>
                  <a:srgbClr val="41502E"/>
                </a:solidFill>
                <a:latin typeface="Gowun Dodum Regular"/>
                <a:ea typeface="Gowun Dodum Regular"/>
                <a:cs typeface="Gowun Dodum Regular"/>
              </a:rPr>
              <a:t>Design Market Share</a:t>
            </a:r>
          </a:p>
        </p:txBody>
      </p:sp>
      <p:sp>
        <p:nvSpPr>
          <p:cNvPr id="13" name="TextBox 13"/>
          <p:cNvSpPr txBox="1"/>
          <p:nvPr/>
        </p:nvSpPr>
        <p:spPr>
          <a:xfrm>
            <a:off x="4356100" y="12331700"/>
            <a:ext cx="15659100" cy="457200"/>
          </a:xfrm>
          <a:prstGeom prst="rect">
            <a:avLst/>
          </a:prstGeom>
        </p:spPr>
        <p:txBody>
          <a:bodyPr lIns="0" tIns="0" rIns="0" bIns="0" rtlCol="0" anchor="t"/>
          <a:lstStyle/>
          <a:p>
            <a:pPr lvl="0" algn="ctr">
              <a:lnSpc>
                <a:spcPct val="116199"/>
              </a:lnSpc>
            </a:pPr>
            <a:r>
              <a:rPr lang="en-US" sz="2400" b="0" i="1" u="none" strike="noStrike">
                <a:solidFill>
                  <a:srgbClr val="595959"/>
                </a:solidFill>
                <a:latin typeface="Pretendard Light"/>
                <a:ea typeface="Pretendard Light"/>
                <a:cs typeface="Pretendard Light"/>
              </a:rPr>
              <a:t>현재 친환경 미니멀 스타일 카테고리에서 확고한 선두 포지션을 확보하고 있으며, 매년 유입 비중이 가속화되고 있습니다.</a:t>
            </a:r>
          </a:p>
        </p:txBody>
      </p:sp>
      <p:sp>
        <p:nvSpPr>
          <p:cNvPr id="14" name="TextBox 14"/>
          <p:cNvSpPr txBox="1"/>
          <p:nvPr/>
        </p:nvSpPr>
        <p:spPr>
          <a:xfrm>
            <a:off x="13271500" y="6972300"/>
            <a:ext cx="4711700" cy="457200"/>
          </a:xfrm>
          <a:prstGeom prst="rect">
            <a:avLst/>
          </a:prstGeom>
        </p:spPr>
        <p:txBody>
          <a:bodyPr lIns="0" tIns="0" rIns="0" bIns="0" rtlCol="0" anchor="t"/>
          <a:lstStyle/>
          <a:p>
            <a:pPr lvl="0" algn="ctr">
              <a:lnSpc>
                <a:spcPct val="116199"/>
              </a:lnSpc>
            </a:pPr>
            <a:r>
              <a:rPr lang="en-US" sz="2400" b="0" i="0" u="none" strike="noStrike">
                <a:solidFill>
                  <a:srgbClr val="595959"/>
                </a:solidFill>
                <a:latin typeface="Pretendard Light"/>
                <a:ea typeface="Pretendard Light"/>
                <a:cs typeface="Pretendard Light"/>
              </a:rPr>
              <a:t>감성·친환경 미니멀리즘 부문 (50%)</a:t>
            </a:r>
          </a:p>
        </p:txBody>
      </p:sp>
      <p:sp>
        <p:nvSpPr>
          <p:cNvPr id="15" name="TextBox 15"/>
          <p:cNvSpPr txBox="1"/>
          <p:nvPr/>
        </p:nvSpPr>
        <p:spPr>
          <a:xfrm>
            <a:off x="13322300" y="7734300"/>
            <a:ext cx="4711700" cy="457200"/>
          </a:xfrm>
          <a:prstGeom prst="rect">
            <a:avLst/>
          </a:prstGeom>
        </p:spPr>
        <p:txBody>
          <a:bodyPr lIns="0" tIns="0" rIns="0" bIns="0" rtlCol="0" anchor="t"/>
          <a:lstStyle/>
          <a:p>
            <a:pPr lvl="0" algn="l">
              <a:lnSpc>
                <a:spcPct val="116199"/>
              </a:lnSpc>
            </a:pPr>
            <a:r>
              <a:rPr lang="en-US" sz="2400" b="0" i="0" u="none" strike="noStrike">
                <a:solidFill>
                  <a:srgbClr val="595959"/>
                </a:solidFill>
                <a:latin typeface="Pretendard Light"/>
                <a:ea typeface="Pretendard Light"/>
                <a:cs typeface="Pretendard Light"/>
              </a:rPr>
              <a:t>모던 캐주얼 디자인 부문 (30%)</a:t>
            </a:r>
          </a:p>
        </p:txBody>
      </p:sp>
      <p:sp>
        <p:nvSpPr>
          <p:cNvPr id="16" name="TextBox 16"/>
          <p:cNvSpPr txBox="1"/>
          <p:nvPr/>
        </p:nvSpPr>
        <p:spPr>
          <a:xfrm>
            <a:off x="13322300" y="8496300"/>
            <a:ext cx="4711700" cy="457200"/>
          </a:xfrm>
          <a:prstGeom prst="rect">
            <a:avLst/>
          </a:prstGeom>
        </p:spPr>
        <p:txBody>
          <a:bodyPr lIns="0" tIns="0" rIns="0" bIns="0" rtlCol="0" anchor="t"/>
          <a:lstStyle/>
          <a:p>
            <a:pPr lvl="0" algn="l">
              <a:lnSpc>
                <a:spcPct val="116199"/>
              </a:lnSpc>
            </a:pPr>
            <a:r>
              <a:rPr lang="en-US" sz="2400" b="0" i="0" u="none" strike="noStrike">
                <a:solidFill>
                  <a:srgbClr val="595959"/>
                </a:solidFill>
                <a:latin typeface="Pretendard Light"/>
                <a:ea typeface="Pretendard Light"/>
                <a:cs typeface="Pretendard Light"/>
              </a:rPr>
              <a:t>클래식 기업 보고서 부문 (20%)</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6F1EF"/>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2">
            <a:alphaModFix amt="62000"/>
          </a:blip>
          <a:stretch>
            <a:fillRect/>
          </a:stretch>
        </p:blipFill>
        <p:spPr>
          <a:xfrm>
            <a:off x="-12700" y="-12700"/>
            <a:ext cx="24409400" cy="13741400"/>
          </a:xfrm>
          <a:prstGeom prst="rect">
            <a:avLst/>
          </a:prstGeom>
        </p:spPr>
      </p:pic>
      <p:pic>
        <p:nvPicPr>
          <p:cNvPr id="3" name="Picture 3"/>
          <p:cNvPicPr>
            <a:picLocks noChangeAspect="1"/>
          </p:cNvPicPr>
          <p:nvPr/>
        </p:nvPicPr>
        <p:blipFill>
          <a:blip r:embed="rId3"/>
          <a:stretch>
            <a:fillRect/>
          </a:stretch>
        </p:blipFill>
        <p:spPr>
          <a:xfrm rot="2793368">
            <a:off x="22961600" y="9791700"/>
            <a:ext cx="4495800" cy="4813300"/>
          </a:xfrm>
          <a:prstGeom prst="rect">
            <a:avLst/>
          </a:prstGeom>
        </p:spPr>
      </p:pic>
      <p:pic>
        <p:nvPicPr>
          <p:cNvPr id="4" name="Picture 4"/>
          <p:cNvPicPr>
            <a:picLocks noChangeAspect="1"/>
          </p:cNvPicPr>
          <p:nvPr/>
        </p:nvPicPr>
        <p:blipFill>
          <a:blip r:embed="rId4">
            <a:alphaModFix amt="70000"/>
          </a:blip>
          <a:stretch>
            <a:fillRect/>
          </a:stretch>
        </p:blipFill>
        <p:spPr>
          <a:xfrm rot="287053">
            <a:off x="19177000" y="11645900"/>
            <a:ext cx="5702300" cy="3911600"/>
          </a:xfrm>
          <a:prstGeom prst="rect">
            <a:avLst/>
          </a:prstGeom>
        </p:spPr>
      </p:pic>
      <p:pic>
        <p:nvPicPr>
          <p:cNvPr id="5" name="Picture 5"/>
          <p:cNvPicPr>
            <a:picLocks noChangeAspect="1"/>
          </p:cNvPicPr>
          <p:nvPr/>
        </p:nvPicPr>
        <p:blipFill>
          <a:blip r:embed="rId5"/>
          <a:stretch>
            <a:fillRect/>
          </a:stretch>
        </p:blipFill>
        <p:spPr>
          <a:xfrm rot="1837364">
            <a:off x="4064000" y="-1549400"/>
            <a:ext cx="5511800" cy="3797300"/>
          </a:xfrm>
          <a:prstGeom prst="rect">
            <a:avLst/>
          </a:prstGeom>
        </p:spPr>
      </p:pic>
      <p:pic>
        <p:nvPicPr>
          <p:cNvPr id="6" name="Picture 6"/>
          <p:cNvPicPr>
            <a:picLocks noChangeAspect="1"/>
          </p:cNvPicPr>
          <p:nvPr/>
        </p:nvPicPr>
        <p:blipFill>
          <a:blip r:embed="rId6"/>
          <a:stretch>
            <a:fillRect/>
          </a:stretch>
        </p:blipFill>
        <p:spPr>
          <a:xfrm>
            <a:off x="-787400" y="114300"/>
            <a:ext cx="2743200" cy="3683000"/>
          </a:xfrm>
          <a:prstGeom prst="rect">
            <a:avLst/>
          </a:prstGeom>
        </p:spPr>
      </p:pic>
      <p:pic>
        <p:nvPicPr>
          <p:cNvPr id="7" name="Picture 7"/>
          <p:cNvPicPr>
            <a:picLocks noChangeAspect="1"/>
          </p:cNvPicPr>
          <p:nvPr/>
        </p:nvPicPr>
        <p:blipFill>
          <a:blip r:embed="rId7"/>
          <a:stretch>
            <a:fillRect/>
          </a:stretch>
        </p:blipFill>
        <p:spPr>
          <a:xfrm rot="11556445">
            <a:off x="22085300" y="9791700"/>
            <a:ext cx="2743200" cy="3683000"/>
          </a:xfrm>
          <a:prstGeom prst="rect">
            <a:avLst/>
          </a:prstGeom>
        </p:spPr>
      </p:pic>
      <p:pic>
        <p:nvPicPr>
          <p:cNvPr id="8" name="Picture 8"/>
          <p:cNvPicPr>
            <a:picLocks noChangeAspect="1"/>
          </p:cNvPicPr>
          <p:nvPr/>
        </p:nvPicPr>
        <p:blipFill>
          <a:blip r:embed="rId8"/>
          <a:stretch>
            <a:fillRect/>
          </a:stretch>
        </p:blipFill>
        <p:spPr>
          <a:xfrm>
            <a:off x="6388100" y="6489700"/>
            <a:ext cx="14452600" cy="698500"/>
          </a:xfrm>
          <a:prstGeom prst="rect">
            <a:avLst/>
          </a:prstGeom>
        </p:spPr>
      </p:pic>
      <p:pic>
        <p:nvPicPr>
          <p:cNvPr id="9" name="Picture 9"/>
          <p:cNvPicPr>
            <a:picLocks noChangeAspect="1"/>
          </p:cNvPicPr>
          <p:nvPr/>
        </p:nvPicPr>
        <p:blipFill>
          <a:blip r:embed="rId9"/>
          <a:stretch>
            <a:fillRect/>
          </a:stretch>
        </p:blipFill>
        <p:spPr>
          <a:xfrm>
            <a:off x="6388100" y="7518400"/>
            <a:ext cx="14452600" cy="698500"/>
          </a:xfrm>
          <a:prstGeom prst="rect">
            <a:avLst/>
          </a:prstGeom>
        </p:spPr>
      </p:pic>
      <p:pic>
        <p:nvPicPr>
          <p:cNvPr id="10" name="Picture 10"/>
          <p:cNvPicPr>
            <a:picLocks noChangeAspect="1"/>
          </p:cNvPicPr>
          <p:nvPr/>
        </p:nvPicPr>
        <p:blipFill>
          <a:blip r:embed="rId10"/>
          <a:stretch>
            <a:fillRect/>
          </a:stretch>
        </p:blipFill>
        <p:spPr>
          <a:xfrm>
            <a:off x="6388100" y="8521700"/>
            <a:ext cx="14452600" cy="698500"/>
          </a:xfrm>
          <a:prstGeom prst="rect">
            <a:avLst/>
          </a:prstGeom>
        </p:spPr>
      </p:pic>
      <p:sp>
        <p:nvSpPr>
          <p:cNvPr id="11" name="TextBox 11"/>
          <p:cNvSpPr txBox="1"/>
          <p:nvPr/>
        </p:nvSpPr>
        <p:spPr>
          <a:xfrm>
            <a:off x="2057400" y="3886200"/>
            <a:ext cx="8623300" cy="1320800"/>
          </a:xfrm>
          <a:prstGeom prst="rect">
            <a:avLst/>
          </a:prstGeom>
        </p:spPr>
        <p:txBody>
          <a:bodyPr lIns="0" tIns="0" rIns="0" bIns="0" rtlCol="0" anchor="t"/>
          <a:lstStyle/>
          <a:p>
            <a:pPr lvl="0" algn="l">
              <a:lnSpc>
                <a:spcPct val="116199"/>
              </a:lnSpc>
            </a:pPr>
            <a:r>
              <a:rPr lang="en-US" sz="6666" b="0" i="0" u="none" strike="noStrike">
                <a:solidFill>
                  <a:srgbClr val="41502E"/>
                </a:solidFill>
                <a:latin typeface="Gowun Dodum Regular"/>
                <a:ea typeface="Gowun Dodum Regular"/>
                <a:cs typeface="Gowun Dodum Regular"/>
              </a:rPr>
              <a:t>Growth &amp; Scalability</a:t>
            </a:r>
          </a:p>
        </p:txBody>
      </p:sp>
      <p:sp>
        <p:nvSpPr>
          <p:cNvPr id="12" name="TextBox 12"/>
          <p:cNvSpPr txBox="1"/>
          <p:nvPr/>
        </p:nvSpPr>
        <p:spPr>
          <a:xfrm>
            <a:off x="4343400" y="11290300"/>
            <a:ext cx="15697200" cy="457200"/>
          </a:xfrm>
          <a:prstGeom prst="rect">
            <a:avLst/>
          </a:prstGeom>
        </p:spPr>
        <p:txBody>
          <a:bodyPr lIns="0" tIns="0" rIns="0" bIns="0" rtlCol="0" anchor="t"/>
          <a:lstStyle/>
          <a:p>
            <a:pPr lvl="0" algn="ctr">
              <a:lnSpc>
                <a:spcPct val="116199"/>
              </a:lnSpc>
            </a:pPr>
            <a:r>
              <a:rPr lang="en-US" sz="2400" b="0" i="1" u="none" strike="noStrike">
                <a:solidFill>
                  <a:srgbClr val="595959"/>
                </a:solidFill>
                <a:latin typeface="Pretendard Light"/>
                <a:ea typeface="Pretendard Light"/>
                <a:cs typeface="Pretendard Light"/>
              </a:rPr>
              <a:t>세이지 그린 디자인 도입 이후인 2025년을 기점으로 기업과 브랜드 이미지 제고 효과가 극대화되며 성장에 날개를 달게 되었습니다.</a:t>
            </a:r>
          </a:p>
        </p:txBody>
      </p:sp>
      <p:sp>
        <p:nvSpPr>
          <p:cNvPr id="13" name="TextBox 13"/>
          <p:cNvSpPr txBox="1"/>
          <p:nvPr/>
        </p:nvSpPr>
        <p:spPr>
          <a:xfrm>
            <a:off x="3721100" y="6604000"/>
            <a:ext cx="2616200" cy="457200"/>
          </a:xfrm>
          <a:prstGeom prst="rect">
            <a:avLst/>
          </a:prstGeom>
        </p:spPr>
        <p:txBody>
          <a:bodyPr lIns="0" tIns="0" rIns="0" bIns="0" rtlCol="0" anchor="t"/>
          <a:lstStyle/>
          <a:p>
            <a:pPr lvl="0" algn="l">
              <a:lnSpc>
                <a:spcPct val="116199"/>
              </a:lnSpc>
            </a:pPr>
            <a:r>
              <a:rPr lang="en-US" sz="2400" b="0" i="0" u="none" strike="noStrike">
                <a:solidFill>
                  <a:srgbClr val="595959"/>
                </a:solidFill>
                <a:latin typeface="Pretendard SemiBold"/>
                <a:ea typeface="Pretendard SemiBold"/>
                <a:cs typeface="Pretendard SemiBold"/>
              </a:rPr>
              <a:t>2023년 성과 지수</a:t>
            </a:r>
          </a:p>
        </p:txBody>
      </p:sp>
      <p:sp>
        <p:nvSpPr>
          <p:cNvPr id="14" name="TextBox 14"/>
          <p:cNvSpPr txBox="1"/>
          <p:nvPr/>
        </p:nvSpPr>
        <p:spPr>
          <a:xfrm>
            <a:off x="3721100" y="7632700"/>
            <a:ext cx="2616200" cy="457200"/>
          </a:xfrm>
          <a:prstGeom prst="rect">
            <a:avLst/>
          </a:prstGeom>
        </p:spPr>
        <p:txBody>
          <a:bodyPr lIns="0" tIns="0" rIns="0" bIns="0" rtlCol="0" anchor="t"/>
          <a:lstStyle/>
          <a:p>
            <a:pPr lvl="0" algn="l">
              <a:lnSpc>
                <a:spcPct val="116199"/>
              </a:lnSpc>
            </a:pPr>
            <a:r>
              <a:rPr lang="en-US" sz="2400" b="0" i="0" u="none" strike="noStrike">
                <a:solidFill>
                  <a:srgbClr val="595959"/>
                </a:solidFill>
                <a:latin typeface="Pretendard SemiBold"/>
                <a:ea typeface="Pretendard SemiBold"/>
                <a:cs typeface="Pretendard SemiBold"/>
              </a:rPr>
              <a:t>2024년 성과 지수</a:t>
            </a:r>
          </a:p>
        </p:txBody>
      </p:sp>
      <p:sp>
        <p:nvSpPr>
          <p:cNvPr id="15" name="TextBox 15"/>
          <p:cNvSpPr txBox="1"/>
          <p:nvPr/>
        </p:nvSpPr>
        <p:spPr>
          <a:xfrm>
            <a:off x="3721100" y="8674100"/>
            <a:ext cx="2616200" cy="457200"/>
          </a:xfrm>
          <a:prstGeom prst="rect">
            <a:avLst/>
          </a:prstGeom>
        </p:spPr>
        <p:txBody>
          <a:bodyPr lIns="0" tIns="0" rIns="0" bIns="0" rtlCol="0" anchor="t"/>
          <a:lstStyle/>
          <a:p>
            <a:pPr lvl="0" algn="l">
              <a:lnSpc>
                <a:spcPct val="116199"/>
              </a:lnSpc>
            </a:pPr>
            <a:r>
              <a:rPr lang="en-US" sz="2400" b="0" i="0" u="none" strike="noStrike">
                <a:solidFill>
                  <a:srgbClr val="595959"/>
                </a:solidFill>
                <a:latin typeface="Pretendard SemiBold"/>
                <a:ea typeface="Pretendard SemiBold"/>
                <a:cs typeface="Pretendard SemiBold"/>
              </a:rPr>
              <a:t>2025년 성과 지수</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6F1EF"/>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2">
            <a:alphaModFix amt="62000"/>
          </a:blip>
          <a:stretch>
            <a:fillRect/>
          </a:stretch>
        </p:blipFill>
        <p:spPr>
          <a:xfrm>
            <a:off x="-12700" y="-12700"/>
            <a:ext cx="24409400" cy="13741400"/>
          </a:xfrm>
          <a:prstGeom prst="rect">
            <a:avLst/>
          </a:prstGeom>
        </p:spPr>
      </p:pic>
      <p:pic>
        <p:nvPicPr>
          <p:cNvPr id="3" name="Picture 3"/>
          <p:cNvPicPr>
            <a:picLocks noChangeAspect="1"/>
          </p:cNvPicPr>
          <p:nvPr/>
        </p:nvPicPr>
        <p:blipFill>
          <a:blip r:embed="rId3"/>
          <a:stretch>
            <a:fillRect/>
          </a:stretch>
        </p:blipFill>
        <p:spPr>
          <a:xfrm rot="2793368">
            <a:off x="22961600" y="9791700"/>
            <a:ext cx="4495800" cy="4813300"/>
          </a:xfrm>
          <a:prstGeom prst="rect">
            <a:avLst/>
          </a:prstGeom>
        </p:spPr>
      </p:pic>
      <p:pic>
        <p:nvPicPr>
          <p:cNvPr id="4" name="Picture 4"/>
          <p:cNvPicPr>
            <a:picLocks noChangeAspect="1"/>
          </p:cNvPicPr>
          <p:nvPr/>
        </p:nvPicPr>
        <p:blipFill>
          <a:blip r:embed="rId4">
            <a:alphaModFix amt="70000"/>
          </a:blip>
          <a:stretch>
            <a:fillRect/>
          </a:stretch>
        </p:blipFill>
        <p:spPr>
          <a:xfrm rot="287053">
            <a:off x="19177000" y="11645900"/>
            <a:ext cx="5702300" cy="3911600"/>
          </a:xfrm>
          <a:prstGeom prst="rect">
            <a:avLst/>
          </a:prstGeom>
        </p:spPr>
      </p:pic>
      <p:pic>
        <p:nvPicPr>
          <p:cNvPr id="5" name="Picture 5"/>
          <p:cNvPicPr>
            <a:picLocks noChangeAspect="1"/>
          </p:cNvPicPr>
          <p:nvPr/>
        </p:nvPicPr>
        <p:blipFill>
          <a:blip r:embed="rId5"/>
          <a:stretch>
            <a:fillRect/>
          </a:stretch>
        </p:blipFill>
        <p:spPr>
          <a:xfrm rot="1837364">
            <a:off x="4064000" y="-1549400"/>
            <a:ext cx="5511800" cy="3797300"/>
          </a:xfrm>
          <a:prstGeom prst="rect">
            <a:avLst/>
          </a:prstGeom>
        </p:spPr>
      </p:pic>
      <p:pic>
        <p:nvPicPr>
          <p:cNvPr id="6" name="Picture 6"/>
          <p:cNvPicPr>
            <a:picLocks noChangeAspect="1"/>
          </p:cNvPicPr>
          <p:nvPr/>
        </p:nvPicPr>
        <p:blipFill>
          <a:blip r:embed="rId6"/>
          <a:stretch>
            <a:fillRect/>
          </a:stretch>
        </p:blipFill>
        <p:spPr>
          <a:xfrm>
            <a:off x="-787400" y="114300"/>
            <a:ext cx="2743200" cy="3683000"/>
          </a:xfrm>
          <a:prstGeom prst="rect">
            <a:avLst/>
          </a:prstGeom>
        </p:spPr>
      </p:pic>
      <p:pic>
        <p:nvPicPr>
          <p:cNvPr id="7" name="Picture 7"/>
          <p:cNvPicPr>
            <a:picLocks noChangeAspect="1"/>
          </p:cNvPicPr>
          <p:nvPr/>
        </p:nvPicPr>
        <p:blipFill>
          <a:blip r:embed="rId6"/>
          <a:stretch>
            <a:fillRect/>
          </a:stretch>
        </p:blipFill>
        <p:spPr>
          <a:xfrm rot="11556445">
            <a:off x="22085300" y="9791700"/>
            <a:ext cx="2743200" cy="3683000"/>
          </a:xfrm>
          <a:prstGeom prst="rect">
            <a:avLst/>
          </a:prstGeom>
        </p:spPr>
      </p:pic>
      <p:pic>
        <p:nvPicPr>
          <p:cNvPr id="8" name="Picture 8"/>
          <p:cNvPicPr>
            <a:picLocks noChangeAspect="1"/>
          </p:cNvPicPr>
          <p:nvPr/>
        </p:nvPicPr>
        <p:blipFill>
          <a:blip r:embed="rId7"/>
          <a:stretch>
            <a:fillRect/>
          </a:stretch>
        </p:blipFill>
        <p:spPr>
          <a:xfrm>
            <a:off x="2463800" y="8343900"/>
            <a:ext cx="19875500" cy="76200"/>
          </a:xfrm>
          <a:prstGeom prst="rect">
            <a:avLst/>
          </a:prstGeom>
        </p:spPr>
      </p:pic>
      <p:pic>
        <p:nvPicPr>
          <p:cNvPr id="9" name="Picture 9"/>
          <p:cNvPicPr>
            <a:picLocks noChangeAspect="1"/>
          </p:cNvPicPr>
          <p:nvPr/>
        </p:nvPicPr>
        <p:blipFill>
          <a:blip r:embed="rId8"/>
          <a:stretch>
            <a:fillRect/>
          </a:stretch>
        </p:blipFill>
        <p:spPr>
          <a:xfrm>
            <a:off x="4991100" y="8115300"/>
            <a:ext cx="482600" cy="482600"/>
          </a:xfrm>
          <a:prstGeom prst="rect">
            <a:avLst/>
          </a:prstGeom>
        </p:spPr>
      </p:pic>
      <p:pic>
        <p:nvPicPr>
          <p:cNvPr id="10" name="Picture 10"/>
          <p:cNvPicPr>
            <a:picLocks noChangeAspect="1"/>
          </p:cNvPicPr>
          <p:nvPr/>
        </p:nvPicPr>
        <p:blipFill>
          <a:blip r:embed="rId8"/>
          <a:stretch>
            <a:fillRect/>
          </a:stretch>
        </p:blipFill>
        <p:spPr>
          <a:xfrm>
            <a:off x="19342100" y="8115300"/>
            <a:ext cx="482600" cy="482600"/>
          </a:xfrm>
          <a:prstGeom prst="rect">
            <a:avLst/>
          </a:prstGeom>
        </p:spPr>
      </p:pic>
      <p:pic>
        <p:nvPicPr>
          <p:cNvPr id="11" name="Picture 11"/>
          <p:cNvPicPr>
            <a:picLocks noChangeAspect="1"/>
          </p:cNvPicPr>
          <p:nvPr/>
        </p:nvPicPr>
        <p:blipFill>
          <a:blip r:embed="rId8"/>
          <a:stretch>
            <a:fillRect/>
          </a:stretch>
        </p:blipFill>
        <p:spPr>
          <a:xfrm>
            <a:off x="14554200" y="8140700"/>
            <a:ext cx="482600" cy="482600"/>
          </a:xfrm>
          <a:prstGeom prst="rect">
            <a:avLst/>
          </a:prstGeom>
        </p:spPr>
      </p:pic>
      <p:pic>
        <p:nvPicPr>
          <p:cNvPr id="12" name="Picture 12"/>
          <p:cNvPicPr>
            <a:picLocks noChangeAspect="1"/>
          </p:cNvPicPr>
          <p:nvPr/>
        </p:nvPicPr>
        <p:blipFill>
          <a:blip r:embed="rId8"/>
          <a:stretch>
            <a:fillRect/>
          </a:stretch>
        </p:blipFill>
        <p:spPr>
          <a:xfrm>
            <a:off x="9766300" y="8115300"/>
            <a:ext cx="482600" cy="482600"/>
          </a:xfrm>
          <a:prstGeom prst="rect">
            <a:avLst/>
          </a:prstGeom>
        </p:spPr>
      </p:pic>
      <p:sp>
        <p:nvSpPr>
          <p:cNvPr id="13" name="TextBox 13"/>
          <p:cNvSpPr txBox="1"/>
          <p:nvPr/>
        </p:nvSpPr>
        <p:spPr>
          <a:xfrm>
            <a:off x="2057400" y="3886200"/>
            <a:ext cx="8623300" cy="1320800"/>
          </a:xfrm>
          <a:prstGeom prst="rect">
            <a:avLst/>
          </a:prstGeom>
        </p:spPr>
        <p:txBody>
          <a:bodyPr lIns="0" tIns="0" rIns="0" bIns="0" rtlCol="0" anchor="t"/>
          <a:lstStyle/>
          <a:p>
            <a:pPr lvl="0" algn="l">
              <a:lnSpc>
                <a:spcPct val="116199"/>
              </a:lnSpc>
            </a:pPr>
            <a:r>
              <a:rPr lang="en-US" sz="6666" b="0" i="0" u="none" strike="noStrike" dirty="0">
                <a:solidFill>
                  <a:srgbClr val="41502E"/>
                </a:solidFill>
                <a:latin typeface="Gowun Dodum Regular"/>
                <a:ea typeface="Gowun Dodum Regular"/>
                <a:cs typeface="Gowun Dodum Regular"/>
              </a:rPr>
              <a:t>Future Roadmap</a:t>
            </a:r>
          </a:p>
        </p:txBody>
      </p:sp>
      <p:sp>
        <p:nvSpPr>
          <p:cNvPr id="14" name="TextBox 14"/>
          <p:cNvSpPr txBox="1"/>
          <p:nvPr/>
        </p:nvSpPr>
        <p:spPr>
          <a:xfrm>
            <a:off x="3962400" y="9220200"/>
            <a:ext cx="2616200" cy="457200"/>
          </a:xfrm>
          <a:prstGeom prst="rect">
            <a:avLst/>
          </a:prstGeom>
        </p:spPr>
        <p:txBody>
          <a:bodyPr lIns="0" tIns="0" rIns="0" bIns="0" rtlCol="0" anchor="t"/>
          <a:lstStyle/>
          <a:p>
            <a:pPr lvl="0" algn="l">
              <a:lnSpc>
                <a:spcPct val="116199"/>
              </a:lnSpc>
            </a:pPr>
            <a:r>
              <a:rPr lang="en-US" sz="2400" b="0" i="0" u="none" strike="noStrike">
                <a:solidFill>
                  <a:srgbClr val="595959"/>
                </a:solidFill>
                <a:latin typeface="Pretendard SemiBold"/>
                <a:ea typeface="Pretendard SemiBold"/>
                <a:cs typeface="Pretendard SemiBold"/>
              </a:rPr>
              <a:t>Step 01. 기획</a:t>
            </a:r>
          </a:p>
        </p:txBody>
      </p:sp>
      <p:sp>
        <p:nvSpPr>
          <p:cNvPr id="15" name="TextBox 15"/>
          <p:cNvSpPr txBox="1"/>
          <p:nvPr/>
        </p:nvSpPr>
        <p:spPr>
          <a:xfrm>
            <a:off x="3416300" y="9753600"/>
            <a:ext cx="3708400" cy="889000"/>
          </a:xfrm>
          <a:prstGeom prst="rect">
            <a:avLst/>
          </a:prstGeom>
        </p:spPr>
        <p:txBody>
          <a:bodyPr lIns="0" tIns="0" rIns="0" bIns="0" rtlCol="0" anchor="t"/>
          <a:lstStyle/>
          <a:p>
            <a:pPr lvl="0" algn="l">
              <a:lnSpc>
                <a:spcPct val="116199"/>
              </a:lnSpc>
            </a:pPr>
            <a:r>
              <a:rPr lang="en-US" sz="2400" b="0" i="0" u="none" strike="noStrike">
                <a:solidFill>
                  <a:srgbClr val="595959"/>
                </a:solidFill>
                <a:latin typeface="Pretendard Light"/>
                <a:ea typeface="Pretendard Light"/>
                <a:cs typeface="Pretendard Light"/>
              </a:rPr>
              <a:t>내추럴 모티브 핵심 에셋 수립 및 컨셉 디자인 런칭</a:t>
            </a:r>
          </a:p>
        </p:txBody>
      </p:sp>
      <p:sp>
        <p:nvSpPr>
          <p:cNvPr id="16" name="TextBox 16"/>
          <p:cNvSpPr txBox="1"/>
          <p:nvPr/>
        </p:nvSpPr>
        <p:spPr>
          <a:xfrm>
            <a:off x="8559800" y="6261100"/>
            <a:ext cx="2616200" cy="457200"/>
          </a:xfrm>
          <a:prstGeom prst="rect">
            <a:avLst/>
          </a:prstGeom>
        </p:spPr>
        <p:txBody>
          <a:bodyPr lIns="0" tIns="0" rIns="0" bIns="0" rtlCol="0" anchor="t"/>
          <a:lstStyle/>
          <a:p>
            <a:pPr lvl="0" algn="ctr">
              <a:lnSpc>
                <a:spcPct val="116199"/>
              </a:lnSpc>
            </a:pPr>
            <a:r>
              <a:rPr lang="en-US" sz="2400" b="0" i="0" u="none" strike="noStrike">
                <a:solidFill>
                  <a:srgbClr val="595959"/>
                </a:solidFill>
                <a:latin typeface="Pretendard SemiBold"/>
                <a:ea typeface="Pretendard SemiBold"/>
                <a:cs typeface="Pretendard SemiBold"/>
              </a:rPr>
              <a:t>Step 02. 확장</a:t>
            </a:r>
          </a:p>
        </p:txBody>
      </p:sp>
      <p:sp>
        <p:nvSpPr>
          <p:cNvPr id="17" name="TextBox 17"/>
          <p:cNvSpPr txBox="1"/>
          <p:nvPr/>
        </p:nvSpPr>
        <p:spPr>
          <a:xfrm>
            <a:off x="8280400" y="6794500"/>
            <a:ext cx="3162300" cy="889000"/>
          </a:xfrm>
          <a:prstGeom prst="rect">
            <a:avLst/>
          </a:prstGeom>
        </p:spPr>
        <p:txBody>
          <a:bodyPr lIns="0" tIns="0" rIns="0" bIns="0" rtlCol="0" anchor="t"/>
          <a:lstStyle/>
          <a:p>
            <a:pPr lvl="0" algn="ctr">
              <a:lnSpc>
                <a:spcPct val="116199"/>
              </a:lnSpc>
            </a:pPr>
            <a:r>
              <a:rPr lang="en-US" sz="2400" b="0" i="0" u="none" strike="noStrike">
                <a:solidFill>
                  <a:srgbClr val="595959"/>
                </a:solidFill>
                <a:latin typeface="Pretendard Light"/>
                <a:ea typeface="Pretendard Light"/>
                <a:cs typeface="Pretendard Light"/>
              </a:rPr>
              <a:t>다양한 대규모 웹 플랫폼 템플릿 배포</a:t>
            </a:r>
          </a:p>
        </p:txBody>
      </p:sp>
      <p:sp>
        <p:nvSpPr>
          <p:cNvPr id="18" name="TextBox 18"/>
          <p:cNvSpPr txBox="1"/>
          <p:nvPr/>
        </p:nvSpPr>
        <p:spPr>
          <a:xfrm>
            <a:off x="13487400" y="9055100"/>
            <a:ext cx="2616200" cy="457200"/>
          </a:xfrm>
          <a:prstGeom prst="rect">
            <a:avLst/>
          </a:prstGeom>
        </p:spPr>
        <p:txBody>
          <a:bodyPr lIns="0" tIns="0" rIns="0" bIns="0" rtlCol="0" anchor="t"/>
          <a:lstStyle/>
          <a:p>
            <a:pPr lvl="0" algn="ctr">
              <a:lnSpc>
                <a:spcPct val="116199"/>
              </a:lnSpc>
            </a:pPr>
            <a:r>
              <a:rPr lang="en-US" sz="2400" b="0" i="0" u="none" strike="noStrike">
                <a:solidFill>
                  <a:srgbClr val="595959"/>
                </a:solidFill>
                <a:latin typeface="Pretendard SemiBold"/>
                <a:ea typeface="Pretendard SemiBold"/>
                <a:cs typeface="Pretendard SemiBold"/>
              </a:rPr>
              <a:t>Step 03. 강화</a:t>
            </a:r>
          </a:p>
        </p:txBody>
      </p:sp>
      <p:sp>
        <p:nvSpPr>
          <p:cNvPr id="19" name="TextBox 19"/>
          <p:cNvSpPr txBox="1"/>
          <p:nvPr/>
        </p:nvSpPr>
        <p:spPr>
          <a:xfrm>
            <a:off x="12941300" y="9588500"/>
            <a:ext cx="3708400" cy="889000"/>
          </a:xfrm>
          <a:prstGeom prst="rect">
            <a:avLst/>
          </a:prstGeom>
        </p:spPr>
        <p:txBody>
          <a:bodyPr lIns="0" tIns="0" rIns="0" bIns="0" rtlCol="0" anchor="t"/>
          <a:lstStyle/>
          <a:p>
            <a:pPr lvl="0" algn="ctr">
              <a:lnSpc>
                <a:spcPct val="116199"/>
              </a:lnSpc>
            </a:pPr>
            <a:r>
              <a:rPr lang="en-US" sz="2400" b="0" i="0" u="none" strike="noStrike">
                <a:solidFill>
                  <a:srgbClr val="595959"/>
                </a:solidFill>
                <a:latin typeface="Pretendard Light"/>
                <a:ea typeface="Pretendard Light"/>
                <a:cs typeface="Pretendard Light"/>
              </a:rPr>
              <a:t>사용자 반응 분석 및 에셋 주기적 업그레이드 지원</a:t>
            </a:r>
          </a:p>
        </p:txBody>
      </p:sp>
      <p:sp>
        <p:nvSpPr>
          <p:cNvPr id="20" name="TextBox 20"/>
          <p:cNvSpPr txBox="1"/>
          <p:nvPr/>
        </p:nvSpPr>
        <p:spPr>
          <a:xfrm>
            <a:off x="18173700" y="6261100"/>
            <a:ext cx="2616200" cy="457200"/>
          </a:xfrm>
          <a:prstGeom prst="rect">
            <a:avLst/>
          </a:prstGeom>
        </p:spPr>
        <p:txBody>
          <a:bodyPr lIns="0" tIns="0" rIns="0" bIns="0" rtlCol="0" anchor="t"/>
          <a:lstStyle/>
          <a:p>
            <a:pPr lvl="0" algn="ctr">
              <a:lnSpc>
                <a:spcPct val="116199"/>
              </a:lnSpc>
            </a:pPr>
            <a:r>
              <a:rPr lang="en-US" sz="2400" b="0" i="0" u="none" strike="noStrike">
                <a:solidFill>
                  <a:srgbClr val="595959"/>
                </a:solidFill>
                <a:latin typeface="Pretendard SemiBold"/>
                <a:ea typeface="Pretendard SemiBold"/>
                <a:cs typeface="Pretendard SemiBold"/>
              </a:rPr>
              <a:t>Step 04. 기획</a:t>
            </a:r>
          </a:p>
        </p:txBody>
      </p:sp>
      <p:sp>
        <p:nvSpPr>
          <p:cNvPr id="21" name="TextBox 21"/>
          <p:cNvSpPr txBox="1"/>
          <p:nvPr/>
        </p:nvSpPr>
        <p:spPr>
          <a:xfrm>
            <a:off x="17627600" y="6794500"/>
            <a:ext cx="3467100" cy="889000"/>
          </a:xfrm>
          <a:prstGeom prst="rect">
            <a:avLst/>
          </a:prstGeom>
        </p:spPr>
        <p:txBody>
          <a:bodyPr lIns="0" tIns="0" rIns="0" bIns="0" rtlCol="0" anchor="t"/>
          <a:lstStyle/>
          <a:p>
            <a:pPr lvl="0" algn="ctr">
              <a:lnSpc>
                <a:spcPct val="116199"/>
              </a:lnSpc>
            </a:pPr>
            <a:r>
              <a:rPr lang="en-US" sz="2400" b="0" i="0" u="none" strike="noStrike">
                <a:solidFill>
                  <a:srgbClr val="595959"/>
                </a:solidFill>
                <a:latin typeface="Pretendard Light"/>
                <a:ea typeface="Pretendard Light"/>
                <a:cs typeface="Pretendard Light"/>
              </a:rPr>
              <a:t>국내를 넘어 글로벌 디지털 디자인 스튜디오로 발돋움</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0EEE8"/>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2">
            <a:alphaModFix amt="62000"/>
          </a:blip>
          <a:stretch>
            <a:fillRect/>
          </a:stretch>
        </p:blipFill>
        <p:spPr>
          <a:xfrm>
            <a:off x="-12700" y="-12700"/>
            <a:ext cx="24409400" cy="13741400"/>
          </a:xfrm>
          <a:prstGeom prst="rect">
            <a:avLst/>
          </a:prstGeom>
        </p:spPr>
      </p:pic>
      <p:pic>
        <p:nvPicPr>
          <p:cNvPr id="3" name="Picture 3"/>
          <p:cNvPicPr>
            <a:picLocks noChangeAspect="1"/>
          </p:cNvPicPr>
          <p:nvPr/>
        </p:nvPicPr>
        <p:blipFill>
          <a:blip r:embed="rId3"/>
          <a:stretch>
            <a:fillRect/>
          </a:stretch>
        </p:blipFill>
        <p:spPr>
          <a:xfrm rot="19070280">
            <a:off x="22186900" y="8585200"/>
            <a:ext cx="7175500" cy="4533900"/>
          </a:xfrm>
          <a:prstGeom prst="rect">
            <a:avLst/>
          </a:prstGeom>
        </p:spPr>
      </p:pic>
      <p:pic>
        <p:nvPicPr>
          <p:cNvPr id="4" name="Picture 4"/>
          <p:cNvPicPr>
            <a:picLocks noChangeAspect="1"/>
          </p:cNvPicPr>
          <p:nvPr/>
        </p:nvPicPr>
        <p:blipFill>
          <a:blip r:embed="rId4">
            <a:alphaModFix amt="65000"/>
          </a:blip>
          <a:stretch>
            <a:fillRect/>
          </a:stretch>
        </p:blipFill>
        <p:spPr>
          <a:xfrm rot="15242468">
            <a:off x="21564600" y="7010400"/>
            <a:ext cx="5816600" cy="6223000"/>
          </a:xfrm>
          <a:prstGeom prst="rect">
            <a:avLst/>
          </a:prstGeom>
        </p:spPr>
      </p:pic>
      <p:pic>
        <p:nvPicPr>
          <p:cNvPr id="5" name="Picture 5"/>
          <p:cNvPicPr>
            <a:picLocks noChangeAspect="1"/>
          </p:cNvPicPr>
          <p:nvPr/>
        </p:nvPicPr>
        <p:blipFill>
          <a:blip r:embed="rId5"/>
          <a:stretch>
            <a:fillRect/>
          </a:stretch>
        </p:blipFill>
        <p:spPr>
          <a:xfrm rot="657439">
            <a:off x="18148300" y="10020300"/>
            <a:ext cx="11315700" cy="6438900"/>
          </a:xfrm>
          <a:prstGeom prst="rect">
            <a:avLst/>
          </a:prstGeom>
        </p:spPr>
      </p:pic>
      <p:pic>
        <p:nvPicPr>
          <p:cNvPr id="6" name="Picture 6"/>
          <p:cNvPicPr>
            <a:picLocks noChangeAspect="1"/>
          </p:cNvPicPr>
          <p:nvPr/>
        </p:nvPicPr>
        <p:blipFill>
          <a:blip r:embed="rId6"/>
          <a:stretch>
            <a:fillRect/>
          </a:stretch>
        </p:blipFill>
        <p:spPr>
          <a:xfrm rot="20686618">
            <a:off x="-2641600" y="-2006600"/>
            <a:ext cx="5067300" cy="5384800"/>
          </a:xfrm>
          <a:prstGeom prst="rect">
            <a:avLst/>
          </a:prstGeom>
        </p:spPr>
      </p:pic>
      <p:pic>
        <p:nvPicPr>
          <p:cNvPr id="7" name="Picture 7"/>
          <p:cNvPicPr>
            <a:picLocks noChangeAspect="1"/>
          </p:cNvPicPr>
          <p:nvPr/>
        </p:nvPicPr>
        <p:blipFill>
          <a:blip r:embed="rId7">
            <a:alphaModFix amt="48000"/>
          </a:blip>
          <a:stretch>
            <a:fillRect/>
          </a:stretch>
        </p:blipFill>
        <p:spPr>
          <a:xfrm rot="11032678">
            <a:off x="1485900" y="-4470400"/>
            <a:ext cx="6184900" cy="6489700"/>
          </a:xfrm>
          <a:prstGeom prst="rect">
            <a:avLst/>
          </a:prstGeom>
        </p:spPr>
      </p:pic>
      <p:pic>
        <p:nvPicPr>
          <p:cNvPr id="8" name="Picture 8"/>
          <p:cNvPicPr>
            <a:picLocks noChangeAspect="1"/>
          </p:cNvPicPr>
          <p:nvPr/>
        </p:nvPicPr>
        <p:blipFill>
          <a:blip r:embed="rId8">
            <a:alphaModFix amt="67000"/>
          </a:blip>
          <a:stretch>
            <a:fillRect/>
          </a:stretch>
        </p:blipFill>
        <p:spPr>
          <a:xfrm rot="20959021">
            <a:off x="18415000" y="10756900"/>
            <a:ext cx="7759700" cy="5334000"/>
          </a:xfrm>
          <a:prstGeom prst="rect">
            <a:avLst/>
          </a:prstGeom>
        </p:spPr>
      </p:pic>
      <p:sp>
        <p:nvSpPr>
          <p:cNvPr id="11" name="TextBox 11"/>
          <p:cNvSpPr txBox="1"/>
          <p:nvPr/>
        </p:nvSpPr>
        <p:spPr>
          <a:xfrm>
            <a:off x="6235700" y="7124700"/>
            <a:ext cx="11569700" cy="2197100"/>
          </a:xfrm>
          <a:prstGeom prst="rect">
            <a:avLst/>
          </a:prstGeom>
        </p:spPr>
        <p:txBody>
          <a:bodyPr lIns="0" tIns="0" rIns="0" bIns="0" rtlCol="0" anchor="t"/>
          <a:lstStyle/>
          <a:p>
            <a:pPr lvl="0" algn="ctr">
              <a:lnSpc>
                <a:spcPct val="116199"/>
              </a:lnSpc>
            </a:pPr>
            <a:endParaRPr lang="en-US" sz="2966" b="0" i="0" u="none" strike="noStrike" dirty="0">
              <a:solidFill>
                <a:srgbClr val="41502E"/>
              </a:solidFill>
              <a:latin typeface="Gowun Dodum Regular"/>
              <a:ea typeface="Gowun Dodum Regular"/>
              <a:cs typeface="Gowun Dodum Regular"/>
            </a:endParaRPr>
          </a:p>
        </p:txBody>
      </p:sp>
      <p:sp>
        <p:nvSpPr>
          <p:cNvPr id="13" name="TextBox 13"/>
          <p:cNvSpPr txBox="1"/>
          <p:nvPr/>
        </p:nvSpPr>
        <p:spPr>
          <a:xfrm>
            <a:off x="6062980" y="5606681"/>
            <a:ext cx="11772900" cy="1638300"/>
          </a:xfrm>
          <a:prstGeom prst="rect">
            <a:avLst/>
          </a:prstGeom>
        </p:spPr>
        <p:txBody>
          <a:bodyPr lIns="0" tIns="0" rIns="0" bIns="0" rtlCol="0" anchor="t"/>
          <a:lstStyle/>
          <a:p>
            <a:pPr lvl="0" algn="ctr">
              <a:lnSpc>
                <a:spcPct val="116199"/>
              </a:lnSpc>
            </a:pPr>
            <a:r>
              <a:rPr lang="en-US" sz="13000" b="0" i="0" u="none" strike="noStrike" dirty="0">
                <a:solidFill>
                  <a:srgbClr val="41502E"/>
                </a:solidFill>
                <a:latin typeface="Gowun Dodum Regular"/>
                <a:ea typeface="Gowun Dodum Regular"/>
                <a:cs typeface="Gowun Dodum Regular"/>
              </a:rPr>
              <a:t>Thank 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136</TotalTime>
  <Words>384</Words>
  <Application>Microsoft Macintosh PowerPoint</Application>
  <PresentationFormat>Custom</PresentationFormat>
  <Paragraphs>61</Paragraphs>
  <Slides>13</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13</vt:i4>
      </vt:variant>
    </vt:vector>
  </HeadingPairs>
  <TitlesOfParts>
    <vt:vector size="22" baseType="lpstr">
      <vt:lpstr>Pretendard Regular</vt:lpstr>
      <vt:lpstr>NanumSquareRoundOTF ExtraBold</vt:lpstr>
      <vt:lpstr>Pretendard Light</vt:lpstr>
      <vt:lpstr>Pretendard Bold</vt:lpstr>
      <vt:lpstr>Pretendard SemiBold</vt:lpstr>
      <vt:lpstr>Gowun Dodum Regular</vt: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김보민</cp:lastModifiedBy>
  <cp:revision>4</cp:revision>
  <dcterms:created xsi:type="dcterms:W3CDTF">2006-08-16T00:00:00Z</dcterms:created>
  <dcterms:modified xsi:type="dcterms:W3CDTF">2026-08-13T10:48:13Z</dcterms:modified>
</cp:coreProperties>
</file>