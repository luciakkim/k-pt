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7" r:id="rId7"/>
  </p:sldIdLst>
  <p:sldSz cx="24384000" cy="13716000"/>
  <p:notesSz cx="6858000" cy="9144000"/>
  <p:embeddedFontLst>
    <p:embeddedFont>
      <p:font typeface="Gowun Dodum Regular" pitchFamily="2" charset="-127"/>
      <p:regular r:id="rId8"/>
    </p:embeddedFont>
    <p:embeddedFont>
      <p:font typeface="NanumSquareRoundOTF ExtraBold" panose="020B0600000101010101" pitchFamily="34" charset="-127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9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 autoAdjust="0"/>
    <p:restoredTop sz="94598" autoAdjust="0"/>
  </p:normalViewPr>
  <p:slideViewPr>
    <p:cSldViewPr>
      <p:cViewPr varScale="1">
        <p:scale>
          <a:sx n="58" d="100"/>
          <a:sy n="58" d="100"/>
        </p:scale>
        <p:origin x="264" y="2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98311">
            <a:off x="20777200" y="7251700"/>
            <a:ext cx="7175500" cy="453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170498">
            <a:off x="20561300" y="4749800"/>
            <a:ext cx="5816600" cy="6223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85470">
            <a:off x="16167100" y="8064500"/>
            <a:ext cx="11315700" cy="643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47405">
            <a:off x="21120100" y="-1320800"/>
            <a:ext cx="5067300" cy="538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998311">
            <a:off x="17094200" y="1041400"/>
            <a:ext cx="8559800" cy="638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7818100" y="-393700"/>
            <a:ext cx="6184900" cy="6489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87053">
            <a:off x="17665700" y="9144000"/>
            <a:ext cx="7759700" cy="533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64000"/>
          </a:blip>
          <a:stretch>
            <a:fillRect/>
          </a:stretch>
        </p:blipFill>
        <p:spPr>
          <a:xfrm rot="1733337">
            <a:off x="1841500" y="11595100"/>
            <a:ext cx="304800" cy="622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>
            <a:alphaModFix amt="64000"/>
          </a:blip>
          <a:stretch>
            <a:fillRect/>
          </a:stretch>
        </p:blipFill>
        <p:spPr>
          <a:xfrm rot="1733337">
            <a:off x="1993900" y="11658600"/>
            <a:ext cx="304800" cy="622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>
            <a:alphaModFix amt="54000"/>
          </a:blip>
          <a:stretch>
            <a:fillRect/>
          </a:stretch>
        </p:blipFill>
        <p:spPr>
          <a:xfrm>
            <a:off x="1659344" y="3289300"/>
            <a:ext cx="2171700" cy="774701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710143" y="4414732"/>
            <a:ext cx="11426403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차별화된 아파트 관리규정 </a:t>
            </a:r>
            <a:r>
              <a:rPr lang="en-US" altLang="ko-KR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OS,</a:t>
            </a:r>
            <a:r>
              <a:rPr lang="ko-KR" altLang="en-US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</a:t>
            </a:r>
            <a:endParaRPr lang="en-US" altLang="ko-KR" sz="5400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  <a:p>
            <a:pPr lvl="0" algn="l">
              <a:lnSpc>
                <a:spcPct val="116199"/>
              </a:lnSpc>
            </a:pPr>
            <a:r>
              <a:rPr lang="en-US" sz="20000" b="0" i="0" u="none" strike="noStrike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: </a:t>
            </a:r>
            <a:r>
              <a:rPr lang="en-US" sz="20000" b="0" i="0" u="none" strike="noStrike" dirty="0" err="1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ApaTalk</a:t>
            </a:r>
            <a:endParaRPr lang="en-US" sz="20000" b="0" i="0" u="none" strike="noStrike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39900" y="8866312"/>
            <a:ext cx="7343992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2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RAG</a:t>
            </a:r>
            <a:r>
              <a:rPr lang="ko-KR" altLang="en-US" sz="32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기반 관리규정 검색</a:t>
            </a:r>
            <a:r>
              <a:rPr lang="en-US" altLang="ko-KR" sz="32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,</a:t>
            </a:r>
            <a:r>
              <a:rPr lang="ko-KR" altLang="en-US" sz="32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업무지원 시스템</a:t>
            </a:r>
            <a:endParaRPr lang="en-US" sz="3200" b="0" i="0" u="none" strike="noStrike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357844" y="3421455"/>
            <a:ext cx="774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4조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27300" y="11772900"/>
            <a:ext cx="31877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654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김민정 김보민 한민희</a:t>
            </a:r>
            <a:endParaRPr lang="en-US" sz="2654" b="0" i="0" u="none" strike="noStrike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840860">
            <a:off x="17678400" y="9245600"/>
            <a:ext cx="7632700" cy="6223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703223">
            <a:off x="22148800" y="8509000"/>
            <a:ext cx="6184900" cy="3517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37364">
            <a:off x="4064000" y="-1549400"/>
            <a:ext cx="5511800" cy="3797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87400" y="114300"/>
            <a:ext cx="2743200" cy="3683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600200" y="5283200"/>
            <a:ext cx="6985000" cy="1320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Table Of Contents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0129500" y="10515600"/>
            <a:ext cx="11557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799A51"/>
                </a:solidFill>
                <a:latin typeface="NanumSquareRoundOTF ExtraBold"/>
                <a:ea typeface="NanumSquareRoundOTF ExtraBold"/>
                <a:cs typeface="NanumSquareRoundOTF ExtraBold"/>
              </a:rPr>
              <a:t>P. 09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129500" y="11569700"/>
            <a:ext cx="11557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799A51"/>
                </a:solidFill>
                <a:latin typeface="NanumSquareRoundOTF ExtraBold"/>
                <a:ea typeface="NanumSquareRoundOTF ExtraBold"/>
                <a:cs typeface="NanumSquareRoundOTF ExtraBold"/>
              </a:rPr>
              <a:t>P. 11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170498">
            <a:off x="22288500" y="6705600"/>
            <a:ext cx="4495800" cy="481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87053">
            <a:off x="19367500" y="9982200"/>
            <a:ext cx="7759700" cy="5334000"/>
          </a:xfrm>
          <a:prstGeom prst="rect">
            <a:avLst/>
          </a:prstGeom>
        </p:spPr>
      </p:pic>
      <p:sp>
        <p:nvSpPr>
          <p:cNvPr id="40" name="TextBox 32">
            <a:extLst>
              <a:ext uri="{FF2B5EF4-FFF2-40B4-BE49-F238E27FC236}">
                <a16:creationId xmlns:a16="http://schemas.microsoft.com/office/drawing/2014/main" id="{350530AE-E1AE-BF98-34D2-D456072E2C37}"/>
              </a:ext>
            </a:extLst>
          </p:cNvPr>
          <p:cNvSpPr txBox="1"/>
          <p:nvPr/>
        </p:nvSpPr>
        <p:spPr>
          <a:xfrm>
            <a:off x="14194920" y="2675306"/>
            <a:ext cx="5538164" cy="6470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1.</a:t>
            </a:r>
            <a:r>
              <a:rPr lang="ko-KR" altLang="en-US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개요 및 배경</a:t>
            </a:r>
            <a:endParaRPr lang="en-US" sz="5400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41" name="TextBox 32">
            <a:extLst>
              <a:ext uri="{FF2B5EF4-FFF2-40B4-BE49-F238E27FC236}">
                <a16:creationId xmlns:a16="http://schemas.microsoft.com/office/drawing/2014/main" id="{4B25B156-BC09-8056-7D10-393B74BFBC5A}"/>
              </a:ext>
            </a:extLst>
          </p:cNvPr>
          <p:cNvSpPr txBox="1"/>
          <p:nvPr/>
        </p:nvSpPr>
        <p:spPr>
          <a:xfrm>
            <a:off x="14210160" y="4328716"/>
            <a:ext cx="6985000" cy="6470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2.</a:t>
            </a:r>
            <a:r>
              <a:rPr lang="ko-KR" altLang="en-US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구조</a:t>
            </a:r>
            <a:endParaRPr lang="en-US" sz="5400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42" name="TextBox 32">
            <a:extLst>
              <a:ext uri="{FF2B5EF4-FFF2-40B4-BE49-F238E27FC236}">
                <a16:creationId xmlns:a16="http://schemas.microsoft.com/office/drawing/2014/main" id="{4C4FDB3D-F813-3F7C-417C-B60DB9658814}"/>
              </a:ext>
            </a:extLst>
          </p:cNvPr>
          <p:cNvSpPr txBox="1"/>
          <p:nvPr/>
        </p:nvSpPr>
        <p:spPr>
          <a:xfrm>
            <a:off x="14210160" y="5281388"/>
            <a:ext cx="5538164" cy="6470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endParaRPr lang="en-US" sz="5400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43" name="TextBox 32">
            <a:extLst>
              <a:ext uri="{FF2B5EF4-FFF2-40B4-BE49-F238E27FC236}">
                <a16:creationId xmlns:a16="http://schemas.microsoft.com/office/drawing/2014/main" id="{2E578EC1-8F48-CF10-380F-7EAE4BA5EE3F}"/>
              </a:ext>
            </a:extLst>
          </p:cNvPr>
          <p:cNvSpPr txBox="1"/>
          <p:nvPr/>
        </p:nvSpPr>
        <p:spPr>
          <a:xfrm>
            <a:off x="14210160" y="6044264"/>
            <a:ext cx="7166478" cy="6470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3.</a:t>
            </a:r>
            <a:r>
              <a:rPr lang="ko-KR" altLang="en-US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구현</a:t>
            </a:r>
            <a:endParaRPr lang="en-US" sz="5400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44" name="TextBox 32">
            <a:extLst>
              <a:ext uri="{FF2B5EF4-FFF2-40B4-BE49-F238E27FC236}">
                <a16:creationId xmlns:a16="http://schemas.microsoft.com/office/drawing/2014/main" id="{2F230A30-1831-04CE-6891-AA4D01566A7B}"/>
              </a:ext>
            </a:extLst>
          </p:cNvPr>
          <p:cNvSpPr txBox="1"/>
          <p:nvPr/>
        </p:nvSpPr>
        <p:spPr>
          <a:xfrm>
            <a:off x="14205753" y="7739283"/>
            <a:ext cx="5538164" cy="6470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4.</a:t>
            </a:r>
            <a:r>
              <a:rPr lang="ko-KR" altLang="en-US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결과</a:t>
            </a:r>
            <a:endParaRPr lang="en-US" sz="5400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45" name="TextBox 32">
            <a:extLst>
              <a:ext uri="{FF2B5EF4-FFF2-40B4-BE49-F238E27FC236}">
                <a16:creationId xmlns:a16="http://schemas.microsoft.com/office/drawing/2014/main" id="{D9AB5707-87EF-58A4-60C6-996D321FA702}"/>
              </a:ext>
            </a:extLst>
          </p:cNvPr>
          <p:cNvSpPr txBox="1"/>
          <p:nvPr/>
        </p:nvSpPr>
        <p:spPr>
          <a:xfrm>
            <a:off x="14210160" y="9596195"/>
            <a:ext cx="5538164" cy="6470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5.</a:t>
            </a:r>
            <a:r>
              <a:rPr lang="ko-KR" altLang="en-US" sz="5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결론</a:t>
            </a:r>
            <a:endParaRPr lang="en-US" sz="5400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7364">
            <a:off x="4064000" y="-1549400"/>
            <a:ext cx="5511800" cy="3797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7400" y="114300"/>
            <a:ext cx="2743200" cy="3683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5800" y="3541478"/>
            <a:ext cx="11582400" cy="1320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80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팀 구성 및 역할분담</a:t>
            </a:r>
            <a:endParaRPr lang="en-US" sz="8000" b="0" i="0" u="none" strike="noStrike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6A0090-A91B-52F3-AD32-AD74B20FACA1}"/>
              </a:ext>
            </a:extLst>
          </p:cNvPr>
          <p:cNvSpPr txBox="1"/>
          <p:nvPr/>
        </p:nvSpPr>
        <p:spPr>
          <a:xfrm>
            <a:off x="2590800" y="5846889"/>
            <a:ext cx="12603480" cy="816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4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김민정 </a:t>
            </a:r>
            <a:r>
              <a:rPr lang="en-US" altLang="ko-KR" sz="4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-</a:t>
            </a:r>
            <a:r>
              <a:rPr lang="ko-KR" altLang="en-US" sz="4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  </a:t>
            </a:r>
            <a:endParaRPr lang="en-US" sz="4400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2F892A-47BB-8FEF-3475-1D44D3A0F02C}"/>
              </a:ext>
            </a:extLst>
          </p:cNvPr>
          <p:cNvSpPr txBox="1"/>
          <p:nvPr/>
        </p:nvSpPr>
        <p:spPr>
          <a:xfrm>
            <a:off x="2560320" y="7831923"/>
            <a:ext cx="12603480" cy="816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4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김보민 </a:t>
            </a:r>
            <a:r>
              <a:rPr lang="en-US" altLang="ko-KR" sz="4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–</a:t>
            </a:r>
            <a:r>
              <a:rPr lang="ko-KR" altLang="en-US" sz="4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데이터 수집 및 </a:t>
            </a:r>
            <a:r>
              <a:rPr lang="ko-KR" altLang="en-US" sz="4400" dirty="0" err="1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프론트엔드</a:t>
            </a:r>
            <a:r>
              <a:rPr lang="ko-KR" altLang="en-US" sz="4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구현 </a:t>
            </a:r>
            <a:endParaRPr lang="en-US" sz="4400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CFA3CE-9168-654C-B7E6-4EA87F55C226}"/>
              </a:ext>
            </a:extLst>
          </p:cNvPr>
          <p:cNvSpPr txBox="1"/>
          <p:nvPr/>
        </p:nvSpPr>
        <p:spPr>
          <a:xfrm>
            <a:off x="2560320" y="9832197"/>
            <a:ext cx="12603480" cy="816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4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한민희 </a:t>
            </a:r>
            <a:r>
              <a:rPr lang="en-US" altLang="ko-KR" sz="4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-</a:t>
            </a:r>
            <a:r>
              <a:rPr lang="ko-KR" altLang="en-US" sz="4400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  </a:t>
            </a:r>
            <a:endParaRPr lang="en-US" sz="4400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172A8-3DA4-00A1-4A6B-7A71268B0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A33C3F4-6005-0793-275A-B2CFAFC7A2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78EA010-4AA5-B818-EBC9-2C11867F7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7364">
            <a:off x="4064000" y="-1549400"/>
            <a:ext cx="5511800" cy="37973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85EB1A4-0748-86FD-7488-6A8C045E0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7400" y="114300"/>
            <a:ext cx="2743200" cy="368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EFCBC-3F81-C692-38AE-DB558A929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9980" y="1368699"/>
            <a:ext cx="12369693" cy="777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1C462D-6008-9A12-5D32-3566DEF81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9" r="249" b="2273"/>
          <a:stretch>
            <a:fillRect/>
          </a:stretch>
        </p:blipFill>
        <p:spPr>
          <a:xfrm>
            <a:off x="6325265" y="3310750"/>
            <a:ext cx="4745548" cy="94029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6F5C8F-9711-BBDB-D3E1-8148553A1B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1" b="2029"/>
          <a:stretch>
            <a:fillRect/>
          </a:stretch>
        </p:blipFill>
        <p:spPr>
          <a:xfrm>
            <a:off x="1106298" y="1368699"/>
            <a:ext cx="4749800" cy="938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9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7400" y="114300"/>
            <a:ext cx="2743200" cy="368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556445">
            <a:off x="22085300" y="9791700"/>
            <a:ext cx="2743200" cy="3683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F647F2-D145-FE66-56CB-98EE06E67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613" y="838200"/>
            <a:ext cx="18154774" cy="1143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070280">
            <a:off x="22186900" y="8585200"/>
            <a:ext cx="7175500" cy="453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 rot="15242468">
            <a:off x="21564600" y="7010400"/>
            <a:ext cx="5816600" cy="6223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57439">
            <a:off x="18148300" y="10020300"/>
            <a:ext cx="11315700" cy="643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686618">
            <a:off x="-2641600" y="-2006600"/>
            <a:ext cx="5067300" cy="538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48000"/>
          </a:blip>
          <a:stretch>
            <a:fillRect/>
          </a:stretch>
        </p:blipFill>
        <p:spPr>
          <a:xfrm rot="11032678">
            <a:off x="1485900" y="-4470400"/>
            <a:ext cx="6184900" cy="6489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67000"/>
          </a:blip>
          <a:stretch>
            <a:fillRect/>
          </a:stretch>
        </p:blipFill>
        <p:spPr>
          <a:xfrm rot="20959021">
            <a:off x="18415000" y="10756900"/>
            <a:ext cx="7759700" cy="5334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35700" y="7124700"/>
            <a:ext cx="11569700" cy="219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endParaRPr lang="en-US" sz="2966" b="0" i="0" u="none" strike="noStrike" dirty="0">
              <a:solidFill>
                <a:srgbClr val="41502E"/>
              </a:solidFill>
              <a:latin typeface="Gowun Dodum Regular"/>
              <a:ea typeface="Gowun Dodum Regular"/>
              <a:cs typeface="Gowun Dodum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062980" y="5606681"/>
            <a:ext cx="117729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3000" b="0" i="0" u="none" strike="noStrike" dirty="0">
                <a:solidFill>
                  <a:srgbClr val="41502E"/>
                </a:solidFill>
                <a:latin typeface="Gowun Dodum Regular"/>
                <a:ea typeface="Gowun Dodum Regular"/>
                <a:cs typeface="Gowun Dodum Regula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62</Words>
  <Application>Microsoft Macintosh PowerPoint</Application>
  <PresentationFormat>Custom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NanumSquareRoundOTF ExtraBold</vt:lpstr>
      <vt:lpstr>Gowun Dodum Regular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김보민</cp:lastModifiedBy>
  <cp:revision>5</cp:revision>
  <dcterms:created xsi:type="dcterms:W3CDTF">2006-08-16T00:00:00Z</dcterms:created>
  <dcterms:modified xsi:type="dcterms:W3CDTF">2026-08-13T11:05:38Z</dcterms:modified>
</cp:coreProperties>
</file>